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8" r:id="rId2"/>
    <p:sldId id="284" r:id="rId3"/>
    <p:sldId id="285" r:id="rId4"/>
    <p:sldId id="287" r:id="rId5"/>
    <p:sldId id="290" r:id="rId6"/>
    <p:sldId id="289" r:id="rId7"/>
    <p:sldId id="283" r:id="rId8"/>
    <p:sldId id="256" r:id="rId9"/>
    <p:sldId id="286" r:id="rId10"/>
    <p:sldId id="264" r:id="rId11"/>
  </p:sldIdLst>
  <p:sldSz cx="12192000" cy="6858000"/>
  <p:notesSz cx="6888163" cy="100187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00"/>
    <a:srgbClr val="CC9900"/>
    <a:srgbClr val="FFE699"/>
    <a:srgbClr val="00FFFF"/>
    <a:srgbClr val="CCFFCC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88480" autoAdjust="0"/>
  </p:normalViewPr>
  <p:slideViewPr>
    <p:cSldViewPr snapToGrid="0">
      <p:cViewPr varScale="1">
        <p:scale>
          <a:sx n="100" d="100"/>
          <a:sy n="100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若葉 陽一_木更津" userId="f189e243-d24f-4322-870d-dd2985987982" providerId="ADAL" clId="{ABF3E58F-0627-46A7-AC09-1993390E59B4}"/>
    <pc:docChg chg="undo custSel addSld modSld sldOrd">
      <pc:chgData name="若葉 陽一_木更津" userId="f189e243-d24f-4322-870d-dd2985987982" providerId="ADAL" clId="{ABF3E58F-0627-46A7-AC09-1993390E59B4}" dt="2025-10-23T11:08:47.535" v="1748" actId="14100"/>
      <pc:docMkLst>
        <pc:docMk/>
      </pc:docMkLst>
      <pc:sldChg chg="mod ord modShow">
        <pc:chgData name="若葉 陽一_木更津" userId="f189e243-d24f-4322-870d-dd2985987982" providerId="ADAL" clId="{ABF3E58F-0627-46A7-AC09-1993390E59B4}" dt="2025-10-23T10:53:15.674" v="1425"/>
        <pc:sldMkLst>
          <pc:docMk/>
          <pc:sldMk cId="2901798454" sldId="256"/>
        </pc:sldMkLst>
      </pc:sldChg>
      <pc:sldChg chg="addSp delSp modSp add mod delAnim modAnim modShow">
        <pc:chgData name="若葉 陽一_木更津" userId="f189e243-d24f-4322-870d-dd2985987982" providerId="ADAL" clId="{ABF3E58F-0627-46A7-AC09-1993390E59B4}" dt="2025-10-17T07:41:03.534" v="1416" actId="729"/>
        <pc:sldMkLst>
          <pc:docMk/>
          <pc:sldMk cId="1857410994" sldId="264"/>
        </pc:sldMkLst>
        <pc:spChg chg="mod">
          <ac:chgData name="若葉 陽一_木更津" userId="f189e243-d24f-4322-870d-dd2985987982" providerId="ADAL" clId="{ABF3E58F-0627-46A7-AC09-1993390E59B4}" dt="2025-10-16T09:54:41.469" v="753" actId="1076"/>
          <ac:spMkLst>
            <pc:docMk/>
            <pc:sldMk cId="1857410994" sldId="264"/>
            <ac:spMk id="2" creationId="{03738D2D-0BFC-4F34-813E-54B2A57F6616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39" creationId="{288C8CED-ADE3-4B3E-B582-1D09B697BEBF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40" creationId="{0945D6FD-1AAD-474C-8989-C37949501DB3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46" creationId="{66585875-09CA-4A89-8C5F-91436CA594F7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48" creationId="{D4B12A30-9789-4963-904A-A135A38396B7}"/>
          </ac:spMkLst>
        </pc:spChg>
        <pc:spChg chg="mod">
          <ac:chgData name="若葉 陽一_木更津" userId="f189e243-d24f-4322-870d-dd2985987982" providerId="ADAL" clId="{ABF3E58F-0627-46A7-AC09-1993390E59B4}" dt="2025-10-16T10:01:02.885" v="845" actId="1076"/>
          <ac:spMkLst>
            <pc:docMk/>
            <pc:sldMk cId="1857410994" sldId="264"/>
            <ac:spMk id="49" creationId="{88D1FFCE-4C97-4AF2-BB11-F7AF7AE50B73}"/>
          </ac:spMkLst>
        </pc:spChg>
        <pc:spChg chg="mod">
          <ac:chgData name="若葉 陽一_木更津" userId="f189e243-d24f-4322-870d-dd2985987982" providerId="ADAL" clId="{ABF3E58F-0627-46A7-AC09-1993390E59B4}" dt="2025-10-16T10:00:34.059" v="840" actId="1076"/>
          <ac:spMkLst>
            <pc:docMk/>
            <pc:sldMk cId="1857410994" sldId="264"/>
            <ac:spMk id="50" creationId="{ABB2034D-217B-4BA5-9E67-66956D4A0713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56" creationId="{99FE9A9D-0DBD-4271-A471-27A680101702}"/>
          </ac:spMkLst>
        </pc:spChg>
        <pc:spChg chg="mod">
          <ac:chgData name="若葉 陽一_木更津" userId="f189e243-d24f-4322-870d-dd2985987982" providerId="ADAL" clId="{ABF3E58F-0627-46A7-AC09-1993390E59B4}" dt="2025-10-16T10:04:48.582" v="889" actId="1076"/>
          <ac:spMkLst>
            <pc:docMk/>
            <pc:sldMk cId="1857410994" sldId="264"/>
            <ac:spMk id="59" creationId="{1A3B9D19-D5C1-49C5-8E9A-FAB8F68EFC2D}"/>
          </ac:spMkLst>
        </pc:spChg>
        <pc:spChg chg="mod">
          <ac:chgData name="若葉 陽一_木更津" userId="f189e243-d24f-4322-870d-dd2985987982" providerId="ADAL" clId="{ABF3E58F-0627-46A7-AC09-1993390E59B4}" dt="2025-10-16T10:00:23.878" v="836" actId="1076"/>
          <ac:spMkLst>
            <pc:docMk/>
            <pc:sldMk cId="1857410994" sldId="264"/>
            <ac:spMk id="63" creationId="{278A24B7-82F6-4BEE-A5CE-9F58C21FD692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66" creationId="{2512C8E7-57EA-4CC1-8813-7EF3DC2E18AD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80" creationId="{E6273B18-15AA-4C9B-926D-4D66D6E0C0AA}"/>
          </ac:spMkLst>
        </pc:spChg>
        <pc:spChg chg="add mod">
          <ac:chgData name="若葉 陽一_木更津" userId="f189e243-d24f-4322-870d-dd2985987982" providerId="ADAL" clId="{ABF3E58F-0627-46A7-AC09-1993390E59B4}" dt="2025-10-16T10:01:49.503" v="854" actId="1076"/>
          <ac:spMkLst>
            <pc:docMk/>
            <pc:sldMk cId="1857410994" sldId="264"/>
            <ac:spMk id="82" creationId="{F1B7C6EE-91D7-42CF-90CF-DE33F75FA3CD}"/>
          </ac:spMkLst>
        </pc:spChg>
        <pc:spChg chg="add mod">
          <ac:chgData name="若葉 陽一_木更津" userId="f189e243-d24f-4322-870d-dd2985987982" providerId="ADAL" clId="{ABF3E58F-0627-46A7-AC09-1993390E59B4}" dt="2025-10-16T10:01:39.941" v="852" actId="1076"/>
          <ac:spMkLst>
            <pc:docMk/>
            <pc:sldMk cId="1857410994" sldId="264"/>
            <ac:spMk id="83" creationId="{1CC73F2F-1C73-4903-BDBA-6EDCFCDB8B1D}"/>
          </ac:spMkLst>
        </pc:spChg>
        <pc:spChg chg="mod topLvl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85" creationId="{4B90ADF2-BF05-4A16-849E-25257F54FAD1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88" creationId="{5D8E26D2-E742-47B8-9443-168634CD1D9B}"/>
          </ac:spMkLst>
        </pc:spChg>
        <pc:spChg chg="mod">
          <ac:chgData name="若葉 陽一_木更津" userId="f189e243-d24f-4322-870d-dd2985987982" providerId="ADAL" clId="{ABF3E58F-0627-46A7-AC09-1993390E59B4}" dt="2025-10-16T10:00:13.447" v="834" actId="255"/>
          <ac:spMkLst>
            <pc:docMk/>
            <pc:sldMk cId="1857410994" sldId="264"/>
            <ac:spMk id="92" creationId="{B90385DB-D76F-441E-9788-E4E670847028}"/>
          </ac:spMkLst>
        </pc:spChg>
        <pc:spChg chg="add mod">
          <ac:chgData name="若葉 陽一_木更津" userId="f189e243-d24f-4322-870d-dd2985987982" providerId="ADAL" clId="{ABF3E58F-0627-46A7-AC09-1993390E59B4}" dt="2025-10-16T10:01:31.047" v="850" actId="1076"/>
          <ac:spMkLst>
            <pc:docMk/>
            <pc:sldMk cId="1857410994" sldId="264"/>
            <ac:spMk id="94" creationId="{7D7AA52D-5535-4AD2-94FA-2F1E71C9AD03}"/>
          </ac:spMkLst>
        </pc:spChg>
        <pc:spChg chg="add mod">
          <ac:chgData name="若葉 陽一_木更津" userId="f189e243-d24f-4322-870d-dd2985987982" providerId="ADAL" clId="{ABF3E58F-0627-46A7-AC09-1993390E59B4}" dt="2025-10-16T10:02:25.757" v="857" actId="1076"/>
          <ac:spMkLst>
            <pc:docMk/>
            <pc:sldMk cId="1857410994" sldId="264"/>
            <ac:spMk id="95" creationId="{C87DC7E7-6DA6-4037-A573-95554F85B80A}"/>
          </ac:spMkLst>
        </pc:spChg>
        <pc:spChg chg="add mod">
          <ac:chgData name="若葉 陽一_木更津" userId="f189e243-d24f-4322-870d-dd2985987982" providerId="ADAL" clId="{ABF3E58F-0627-46A7-AC09-1993390E59B4}" dt="2025-10-16T10:05:54.319" v="921" actId="1076"/>
          <ac:spMkLst>
            <pc:docMk/>
            <pc:sldMk cId="1857410994" sldId="264"/>
            <ac:spMk id="96" creationId="{01FA76C6-3F85-49D2-8946-490CEB701F2A}"/>
          </ac:spMkLst>
        </pc:spChg>
        <pc:spChg chg="mod">
          <ac:chgData name="若葉 陽一_木更津" userId="f189e243-d24f-4322-870d-dd2985987982" providerId="ADAL" clId="{ABF3E58F-0627-46A7-AC09-1993390E59B4}" dt="2025-10-16T10:05:00.594" v="891"/>
          <ac:spMkLst>
            <pc:docMk/>
            <pc:sldMk cId="1857410994" sldId="264"/>
            <ac:spMk id="98" creationId="{855A69C2-58B3-4995-893B-3971B30CD0E5}"/>
          </ac:spMkLst>
        </pc:spChg>
        <pc:spChg chg="add mod">
          <ac:chgData name="若葉 陽一_木更津" userId="f189e243-d24f-4322-870d-dd2985987982" providerId="ADAL" clId="{ABF3E58F-0627-46A7-AC09-1993390E59B4}" dt="2025-10-16T10:06:53.584" v="926" actId="1076"/>
          <ac:spMkLst>
            <pc:docMk/>
            <pc:sldMk cId="1857410994" sldId="264"/>
            <ac:spMk id="100" creationId="{6F708A7D-90A7-4CA0-8B57-9CEA09155C10}"/>
          </ac:spMkLst>
        </pc:spChg>
        <pc:spChg chg="add mod">
          <ac:chgData name="若葉 陽一_木更津" userId="f189e243-d24f-4322-870d-dd2985987982" providerId="ADAL" clId="{ABF3E58F-0627-46A7-AC09-1993390E59B4}" dt="2025-10-16T10:06:01.088" v="923" actId="1076"/>
          <ac:spMkLst>
            <pc:docMk/>
            <pc:sldMk cId="1857410994" sldId="264"/>
            <ac:spMk id="101" creationId="{72B9B9CD-0F03-41DD-A534-63C36AEA02CE}"/>
          </ac:spMkLst>
        </pc:spChg>
        <pc:grpChg chg="add mod">
          <ac:chgData name="若葉 陽一_木更津" userId="f189e243-d24f-4322-870d-dd2985987982" providerId="ADAL" clId="{ABF3E58F-0627-46A7-AC09-1993390E59B4}" dt="2025-10-16T10:01:43.220" v="853" actId="1076"/>
          <ac:grpSpMkLst>
            <pc:docMk/>
            <pc:sldMk cId="1857410994" sldId="264"/>
            <ac:grpSpMk id="7" creationId="{C110C80E-5754-4BB4-AF65-0DAFDD23EFC3}"/>
          </ac:grpSpMkLst>
        </pc:grpChg>
        <pc:grpChg chg="add mod">
          <ac:chgData name="若葉 陽一_木更津" userId="f189e243-d24f-4322-870d-dd2985987982" providerId="ADAL" clId="{ABF3E58F-0627-46A7-AC09-1993390E59B4}" dt="2025-10-16T10:00:13.447" v="834" actId="255"/>
          <ac:grpSpMkLst>
            <pc:docMk/>
            <pc:sldMk cId="1857410994" sldId="264"/>
            <ac:grpSpMk id="41" creationId="{8CEE36CD-AFC0-46C5-A01D-0CFFC7F3B859}"/>
          </ac:grpSpMkLst>
        </pc:grpChg>
        <pc:grpChg chg="mod">
          <ac:chgData name="若葉 陽一_木更津" userId="f189e243-d24f-4322-870d-dd2985987982" providerId="ADAL" clId="{ABF3E58F-0627-46A7-AC09-1993390E59B4}" dt="2025-10-16T10:04:53.350" v="890" actId="1076"/>
          <ac:grpSpMkLst>
            <pc:docMk/>
            <pc:sldMk cId="1857410994" sldId="264"/>
            <ac:grpSpMk id="69" creationId="{7FE64F25-54AB-4434-9836-1800945DB59A}"/>
          </ac:grpSpMkLst>
        </pc:grpChg>
        <pc:grpChg chg="mod">
          <ac:chgData name="若葉 陽一_木更津" userId="f189e243-d24f-4322-870d-dd2985987982" providerId="ADAL" clId="{ABF3E58F-0627-46A7-AC09-1993390E59B4}" dt="2025-10-16T10:00:13.447" v="834" actId="255"/>
          <ac:grpSpMkLst>
            <pc:docMk/>
            <pc:sldMk cId="1857410994" sldId="264"/>
            <ac:grpSpMk id="72" creationId="{E983881F-14E5-4546-84BB-210F1200E9A1}"/>
          </ac:grpSpMkLst>
        </pc:grpChg>
        <pc:grpChg chg="mod">
          <ac:chgData name="若葉 陽一_木更津" userId="f189e243-d24f-4322-870d-dd2985987982" providerId="ADAL" clId="{ABF3E58F-0627-46A7-AC09-1993390E59B4}" dt="2025-10-16T10:00:13.447" v="834" actId="255"/>
          <ac:grpSpMkLst>
            <pc:docMk/>
            <pc:sldMk cId="1857410994" sldId="264"/>
            <ac:grpSpMk id="73" creationId="{9BE65283-6618-404F-AA33-D400FC7712EF}"/>
          </ac:grpSpMkLst>
        </pc:grpChg>
        <pc:grpChg chg="mod">
          <ac:chgData name="若葉 陽一_木更津" userId="f189e243-d24f-4322-870d-dd2985987982" providerId="ADAL" clId="{ABF3E58F-0627-46A7-AC09-1993390E59B4}" dt="2025-10-16T10:00:13.447" v="834" actId="255"/>
          <ac:grpSpMkLst>
            <pc:docMk/>
            <pc:sldMk cId="1857410994" sldId="264"/>
            <ac:grpSpMk id="74" creationId="{DE6BB5E6-FC47-410A-AD18-8206E1AEDD5B}"/>
          </ac:grpSpMkLst>
        </pc:grpChg>
        <pc:grpChg chg="add mod">
          <ac:chgData name="若葉 陽一_木更津" userId="f189e243-d24f-4322-870d-dd2985987982" providerId="ADAL" clId="{ABF3E58F-0627-46A7-AC09-1993390E59B4}" dt="2025-10-16T10:01:26.370" v="849" actId="1076"/>
          <ac:grpSpMkLst>
            <pc:docMk/>
            <pc:sldMk cId="1857410994" sldId="264"/>
            <ac:grpSpMk id="79" creationId="{F1479F20-27CB-4C20-B1FF-833962046BC2}"/>
          </ac:grpSpMkLst>
        </pc:grpChg>
        <pc:grpChg chg="add mod">
          <ac:chgData name="若葉 陽一_木更津" userId="f189e243-d24f-4322-870d-dd2985987982" providerId="ADAL" clId="{ABF3E58F-0627-46A7-AC09-1993390E59B4}" dt="2025-10-16T10:02:06.767" v="855" actId="1076"/>
          <ac:grpSpMkLst>
            <pc:docMk/>
            <pc:sldMk cId="1857410994" sldId="264"/>
            <ac:grpSpMk id="87" creationId="{787A2830-72A5-4EFD-B7DF-CEE20AB9494E}"/>
          </ac:grpSpMkLst>
        </pc:grpChg>
        <pc:grpChg chg="add mod">
          <ac:chgData name="若葉 陽一_木更津" userId="f189e243-d24f-4322-870d-dd2985987982" providerId="ADAL" clId="{ABF3E58F-0627-46A7-AC09-1993390E59B4}" dt="2025-10-16T10:02:11.519" v="856" actId="1076"/>
          <ac:grpSpMkLst>
            <pc:docMk/>
            <pc:sldMk cId="1857410994" sldId="264"/>
            <ac:grpSpMk id="91" creationId="{F6FA8B8C-4EDA-417C-A5B6-A80A489E5E30}"/>
          </ac:grpSpMkLst>
        </pc:grpChg>
        <pc:grpChg chg="add mod">
          <ac:chgData name="若葉 陽一_木更津" userId="f189e243-d24f-4322-870d-dd2985987982" providerId="ADAL" clId="{ABF3E58F-0627-46A7-AC09-1993390E59B4}" dt="2025-10-16T10:06:04.689" v="924" actId="1076"/>
          <ac:grpSpMkLst>
            <pc:docMk/>
            <pc:sldMk cId="1857410994" sldId="264"/>
            <ac:grpSpMk id="97" creationId="{0011CC08-E840-49F0-BBEB-D7D52D6F16D0}"/>
          </ac:grpSpMkLst>
        </pc:grp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43" creationId="{F748BB88-4541-4F12-8B26-34D85AB87F7A}"/>
          </ac:cxnSpMkLst>
        </pc:cxn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44" creationId="{D4164900-BC6D-4E85-A748-62F3FFFC8110}"/>
          </ac:cxnSpMkLst>
        </pc:cxn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55" creationId="{A8B51836-A8F3-4E42-8E2D-8753E170C89D}"/>
          </ac:cxnSpMkLst>
        </pc:cxnChg>
        <pc:cxnChg chg="mod">
          <ac:chgData name="若葉 陽一_木更津" userId="f189e243-d24f-4322-870d-dd2985987982" providerId="ADAL" clId="{ABF3E58F-0627-46A7-AC09-1993390E59B4}" dt="2025-10-16T10:00:27.866" v="837" actId="1076"/>
          <ac:cxnSpMkLst>
            <pc:docMk/>
            <pc:sldMk cId="1857410994" sldId="264"/>
            <ac:cxnSpMk id="61" creationId="{2F98A133-8503-4661-A3C9-82CB93E4609A}"/>
          </ac:cxnSpMkLst>
        </pc:cxnChg>
        <pc:cxnChg chg="mod">
          <ac:chgData name="若葉 陽一_木更津" userId="f189e243-d24f-4322-870d-dd2985987982" providerId="ADAL" clId="{ABF3E58F-0627-46A7-AC09-1993390E59B4}" dt="2025-10-16T10:00:32.334" v="839" actId="1076"/>
          <ac:cxnSpMkLst>
            <pc:docMk/>
            <pc:sldMk cId="1857410994" sldId="264"/>
            <ac:cxnSpMk id="62" creationId="{E05C7693-90F8-4D48-8574-23CCC0410109}"/>
          </ac:cxnSpMkLst>
        </pc:cxn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67" creationId="{B04B48A0-93B3-4D3C-912A-091E4C218951}"/>
          </ac:cxnSpMkLst>
        </pc:cxn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68" creationId="{774C9EC1-F00B-4988-B985-4DC47D750C57}"/>
          </ac:cxnSpMkLst>
        </pc:cxn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70" creationId="{0F5400E1-04FB-45C2-8269-DDF593F670C0}"/>
          </ac:cxnSpMkLst>
        </pc:cxn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81" creationId="{41B5B988-F48A-45A0-935C-B8EF8A7307AB}"/>
          </ac:cxnSpMkLst>
        </pc:cxnChg>
        <pc:cxnChg chg="mod topLvl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86" creationId="{6F490EC2-EF5F-4C4A-BEEB-CCA008059281}"/>
          </ac:cxnSpMkLst>
        </pc:cxn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89" creationId="{12E24A3C-24E1-4155-A0C1-F59082859D6B}"/>
          </ac:cxnSpMkLst>
        </pc:cxnChg>
        <pc:cxnChg chg="mod">
          <ac:chgData name="若葉 陽一_木更津" userId="f189e243-d24f-4322-870d-dd2985987982" providerId="ADAL" clId="{ABF3E58F-0627-46A7-AC09-1993390E59B4}" dt="2025-10-16T10:00:13.447" v="834" actId="255"/>
          <ac:cxnSpMkLst>
            <pc:docMk/>
            <pc:sldMk cId="1857410994" sldId="264"/>
            <ac:cxnSpMk id="93" creationId="{94E22A7C-AB79-40EF-9130-174A62CFDBA3}"/>
          </ac:cxnSpMkLst>
        </pc:cxnChg>
        <pc:cxnChg chg="mod">
          <ac:chgData name="若葉 陽一_木更津" userId="f189e243-d24f-4322-870d-dd2985987982" providerId="ADAL" clId="{ABF3E58F-0627-46A7-AC09-1993390E59B4}" dt="2025-10-16T10:05:00.594" v="891"/>
          <ac:cxnSpMkLst>
            <pc:docMk/>
            <pc:sldMk cId="1857410994" sldId="264"/>
            <ac:cxnSpMk id="99" creationId="{FEFC1C0F-6591-4A8A-81B6-FD0B653D0511}"/>
          </ac:cxnSpMkLst>
        </pc:cxnChg>
      </pc:sldChg>
      <pc:sldChg chg="modSp mod ord modShow">
        <pc:chgData name="若葉 陽一_木更津" userId="f189e243-d24f-4322-870d-dd2985987982" providerId="ADAL" clId="{ABF3E58F-0627-46A7-AC09-1993390E59B4}" dt="2025-10-23T10:53:15.674" v="1425"/>
        <pc:sldMkLst>
          <pc:docMk/>
          <pc:sldMk cId="2887885111" sldId="283"/>
        </pc:sldMkLst>
        <pc:spChg chg="mod">
          <ac:chgData name="若葉 陽一_木更津" userId="f189e243-d24f-4322-870d-dd2985987982" providerId="ADAL" clId="{ABF3E58F-0627-46A7-AC09-1993390E59B4}" dt="2025-10-16T08:57:01.869" v="1" actId="1076"/>
          <ac:spMkLst>
            <pc:docMk/>
            <pc:sldMk cId="2887885111" sldId="283"/>
            <ac:spMk id="67" creationId="{00000000-0000-0000-0000-000000000000}"/>
          </ac:spMkLst>
        </pc:spChg>
      </pc:sldChg>
      <pc:sldChg chg="addSp delSp modSp new mod">
        <pc:chgData name="若葉 陽一_木更津" userId="f189e243-d24f-4322-870d-dd2985987982" providerId="ADAL" clId="{ABF3E58F-0627-46A7-AC09-1993390E59B4}" dt="2025-10-16T09:44:01.916" v="436" actId="1076"/>
        <pc:sldMkLst>
          <pc:docMk/>
          <pc:sldMk cId="2973592768" sldId="284"/>
        </pc:sldMkLst>
        <pc:spChg chg="mod">
          <ac:chgData name="若葉 陽一_木更津" userId="f189e243-d24f-4322-870d-dd2985987982" providerId="ADAL" clId="{ABF3E58F-0627-46A7-AC09-1993390E59B4}" dt="2025-10-16T09:43:55.656" v="435" actId="1076"/>
          <ac:spMkLst>
            <pc:docMk/>
            <pc:sldMk cId="2973592768" sldId="284"/>
            <ac:spMk id="2" creationId="{11E082EE-9B38-4A72-99C9-C9C7375AE8C3}"/>
          </ac:spMkLst>
        </pc:spChg>
        <pc:graphicFrameChg chg="add mod modGraphic">
          <ac:chgData name="若葉 陽一_木更津" userId="f189e243-d24f-4322-870d-dd2985987982" providerId="ADAL" clId="{ABF3E58F-0627-46A7-AC09-1993390E59B4}" dt="2025-10-16T09:44:01.916" v="436" actId="1076"/>
          <ac:graphicFrameMkLst>
            <pc:docMk/>
            <pc:sldMk cId="2973592768" sldId="284"/>
            <ac:graphicFrameMk id="9" creationId="{BA2E35D9-289D-4E1C-8496-B6086AC2C89A}"/>
          </ac:graphicFrameMkLst>
        </pc:graphicFrameChg>
      </pc:sldChg>
      <pc:sldChg chg="addSp delSp modSp add mod ord modAnim">
        <pc:chgData name="若葉 陽一_木更津" userId="f189e243-d24f-4322-870d-dd2985987982" providerId="ADAL" clId="{ABF3E58F-0627-46A7-AC09-1993390E59B4}" dt="2025-10-17T07:41:05.057" v="1418"/>
        <pc:sldMkLst>
          <pc:docMk/>
          <pc:sldMk cId="2560101202" sldId="285"/>
        </pc:sldMkLst>
        <pc:spChg chg="mod">
          <ac:chgData name="若葉 陽一_木更津" userId="f189e243-d24f-4322-870d-dd2985987982" providerId="ADAL" clId="{ABF3E58F-0627-46A7-AC09-1993390E59B4}" dt="2025-10-17T07:40:34.242" v="1411" actId="1076"/>
          <ac:spMkLst>
            <pc:docMk/>
            <pc:sldMk cId="2560101202" sldId="285"/>
            <ac:spMk id="2" creationId="{03738D2D-0BFC-4F34-813E-54B2A57F6616}"/>
          </ac:spMkLst>
        </pc:spChg>
        <pc:spChg chg="add mod">
          <ac:chgData name="若葉 陽一_木更津" userId="f189e243-d24f-4322-870d-dd2985987982" providerId="ADAL" clId="{ABF3E58F-0627-46A7-AC09-1993390E59B4}" dt="2025-10-17T07:39:32.411" v="1396" actId="1076"/>
          <ac:spMkLst>
            <pc:docMk/>
            <pc:sldMk cId="2560101202" sldId="285"/>
            <ac:spMk id="11" creationId="{F7934984-87E4-461C-BF96-0E30791C9DB6}"/>
          </ac:spMkLst>
        </pc:spChg>
        <pc:spChg chg="mod topLvl">
          <ac:chgData name="若葉 陽一_木更津" userId="f189e243-d24f-4322-870d-dd2985987982" providerId="ADAL" clId="{ABF3E58F-0627-46A7-AC09-1993390E59B4}" dt="2025-10-17T05:50:54.716" v="980" actId="1076"/>
          <ac:spMkLst>
            <pc:docMk/>
            <pc:sldMk cId="2560101202" sldId="285"/>
            <ac:spMk id="39" creationId="{288C8CED-ADE3-4B3E-B582-1D09B697BEBF}"/>
          </ac:spMkLst>
        </pc:spChg>
        <pc:spChg chg="mod topLvl">
          <ac:chgData name="若葉 陽一_木更津" userId="f189e243-d24f-4322-870d-dd2985987982" providerId="ADAL" clId="{ABF3E58F-0627-46A7-AC09-1993390E59B4}" dt="2025-10-17T07:39:52.696" v="1403" actId="1076"/>
          <ac:spMkLst>
            <pc:docMk/>
            <pc:sldMk cId="2560101202" sldId="285"/>
            <ac:spMk id="40" creationId="{0945D6FD-1AAD-474C-8989-C37949501DB3}"/>
          </ac:spMkLst>
        </pc:spChg>
        <pc:spChg chg="mod">
          <ac:chgData name="若葉 陽一_木更津" userId="f189e243-d24f-4322-870d-dd2985987982" providerId="ADAL" clId="{ABF3E58F-0627-46A7-AC09-1993390E59B4}" dt="2025-10-17T07:20:24.394" v="1146" actId="1076"/>
          <ac:spMkLst>
            <pc:docMk/>
            <pc:sldMk cId="2560101202" sldId="285"/>
            <ac:spMk id="46" creationId="{66585875-09CA-4A89-8C5F-91436CA594F7}"/>
          </ac:spMkLst>
        </pc:spChg>
        <pc:spChg chg="mod">
          <ac:chgData name="若葉 陽一_木更津" userId="f189e243-d24f-4322-870d-dd2985987982" providerId="ADAL" clId="{ABF3E58F-0627-46A7-AC09-1993390E59B4}" dt="2025-10-17T05:58:47.108" v="1108" actId="122"/>
          <ac:spMkLst>
            <pc:docMk/>
            <pc:sldMk cId="2560101202" sldId="285"/>
            <ac:spMk id="48" creationId="{D4B12A30-9789-4963-904A-A135A38396B7}"/>
          </ac:spMkLst>
        </pc:spChg>
        <pc:spChg chg="mod topLvl">
          <ac:chgData name="若葉 陽一_木更津" userId="f189e243-d24f-4322-870d-dd2985987982" providerId="ADAL" clId="{ABF3E58F-0627-46A7-AC09-1993390E59B4}" dt="2025-10-17T07:39:06.737" v="1385" actId="14100"/>
          <ac:spMkLst>
            <pc:docMk/>
            <pc:sldMk cId="2560101202" sldId="285"/>
            <ac:spMk id="49" creationId="{88D1FFCE-4C97-4AF2-BB11-F7AF7AE50B73}"/>
          </ac:spMkLst>
        </pc:spChg>
        <pc:spChg chg="mod">
          <ac:chgData name="若葉 陽一_木更津" userId="f189e243-d24f-4322-870d-dd2985987982" providerId="ADAL" clId="{ABF3E58F-0627-46A7-AC09-1993390E59B4}" dt="2025-10-17T07:40:27.842" v="1409" actId="1076"/>
          <ac:spMkLst>
            <pc:docMk/>
            <pc:sldMk cId="2560101202" sldId="285"/>
            <ac:spMk id="50" creationId="{ABB2034D-217B-4BA5-9E67-66956D4A0713}"/>
          </ac:spMkLst>
        </pc:spChg>
        <pc:spChg chg="mod">
          <ac:chgData name="若葉 陽一_木更津" userId="f189e243-d24f-4322-870d-dd2985987982" providerId="ADAL" clId="{ABF3E58F-0627-46A7-AC09-1993390E59B4}" dt="2025-10-17T05:56:33.047" v="1031" actId="122"/>
          <ac:spMkLst>
            <pc:docMk/>
            <pc:sldMk cId="2560101202" sldId="285"/>
            <ac:spMk id="52" creationId="{F15B50B6-A150-4FFE-9DD9-89891B5907BA}"/>
          </ac:spMkLst>
        </pc:spChg>
        <pc:spChg chg="mod">
          <ac:chgData name="若葉 陽一_木更津" userId="f189e243-d24f-4322-870d-dd2985987982" providerId="ADAL" clId="{ABF3E58F-0627-46A7-AC09-1993390E59B4}" dt="2025-10-17T07:20:54.812" v="1153" actId="1076"/>
          <ac:spMkLst>
            <pc:docMk/>
            <pc:sldMk cId="2560101202" sldId="285"/>
            <ac:spMk id="58" creationId="{E8FB78DC-1E1E-4467-9CBF-2D9348B3067A}"/>
          </ac:spMkLst>
        </pc:spChg>
        <pc:spChg chg="mod">
          <ac:chgData name="若葉 陽一_木更津" userId="f189e243-d24f-4322-870d-dd2985987982" providerId="ADAL" clId="{ABF3E58F-0627-46A7-AC09-1993390E59B4}" dt="2025-10-17T07:40:17.312" v="1405" actId="1076"/>
          <ac:spMkLst>
            <pc:docMk/>
            <pc:sldMk cId="2560101202" sldId="285"/>
            <ac:spMk id="63" creationId="{278A24B7-82F6-4BEE-A5CE-9F58C21FD692}"/>
          </ac:spMkLst>
        </pc:spChg>
        <pc:spChg chg="add mod">
          <ac:chgData name="若葉 陽一_木更津" userId="f189e243-d24f-4322-870d-dd2985987982" providerId="ADAL" clId="{ABF3E58F-0627-46A7-AC09-1993390E59B4}" dt="2025-10-17T07:22:50.382" v="1176" actId="1076"/>
          <ac:spMkLst>
            <pc:docMk/>
            <pc:sldMk cId="2560101202" sldId="285"/>
            <ac:spMk id="64" creationId="{0C861223-4446-44F2-9421-0B08F3DC0AC8}"/>
          </ac:spMkLst>
        </pc:spChg>
        <pc:spChg chg="add mod">
          <ac:chgData name="若葉 陽一_木更津" userId="f189e243-d24f-4322-870d-dd2985987982" providerId="ADAL" clId="{ABF3E58F-0627-46A7-AC09-1993390E59B4}" dt="2025-10-17T07:25:45.489" v="1207" actId="1076"/>
          <ac:spMkLst>
            <pc:docMk/>
            <pc:sldMk cId="2560101202" sldId="285"/>
            <ac:spMk id="65" creationId="{B09BA4D5-E5AE-42BB-84F0-ED4B08395C53}"/>
          </ac:spMkLst>
        </pc:spChg>
        <pc:spChg chg="add mod">
          <ac:chgData name="若葉 陽一_木更津" userId="f189e243-d24f-4322-870d-dd2985987982" providerId="ADAL" clId="{ABF3E58F-0627-46A7-AC09-1993390E59B4}" dt="2025-10-17T07:30:23.599" v="1269" actId="20577"/>
          <ac:spMkLst>
            <pc:docMk/>
            <pc:sldMk cId="2560101202" sldId="285"/>
            <ac:spMk id="71" creationId="{74982ED3-A365-450D-9D43-40B2294A0ED8}"/>
          </ac:spMkLst>
        </pc:spChg>
        <pc:spChg chg="mod">
          <ac:chgData name="若葉 陽一_木更津" userId="f189e243-d24f-4322-870d-dd2985987982" providerId="ADAL" clId="{ABF3E58F-0627-46A7-AC09-1993390E59B4}" dt="2025-10-17T07:30:48.596" v="1277" actId="6549"/>
          <ac:spMkLst>
            <pc:docMk/>
            <pc:sldMk cId="2560101202" sldId="285"/>
            <ac:spMk id="76" creationId="{3CB45476-D286-4238-9130-95EFB7BA529C}"/>
          </ac:spMkLst>
        </pc:spChg>
        <pc:spChg chg="add mod">
          <ac:chgData name="若葉 陽一_木更津" userId="f189e243-d24f-4322-870d-dd2985987982" providerId="ADAL" clId="{ABF3E58F-0627-46A7-AC09-1993390E59B4}" dt="2025-10-17T07:31:59.912" v="1291" actId="1076"/>
          <ac:spMkLst>
            <pc:docMk/>
            <pc:sldMk cId="2560101202" sldId="285"/>
            <ac:spMk id="78" creationId="{D07540FB-FD74-4026-BA8F-7028F1F65122}"/>
          </ac:spMkLst>
        </pc:spChg>
        <pc:spChg chg="mod">
          <ac:chgData name="若葉 陽一_木更津" userId="f189e243-d24f-4322-870d-dd2985987982" providerId="ADAL" clId="{ABF3E58F-0627-46A7-AC09-1993390E59B4}" dt="2025-10-17T07:25:09.082" v="1198" actId="13926"/>
          <ac:spMkLst>
            <pc:docMk/>
            <pc:sldMk cId="2560101202" sldId="285"/>
            <ac:spMk id="80" creationId="{E6273B18-15AA-4C9B-926D-4D66D6E0C0AA}"/>
          </ac:spMkLst>
        </pc:spChg>
        <pc:spChg chg="mod topLvl">
          <ac:chgData name="若葉 陽一_木更津" userId="f189e243-d24f-4322-870d-dd2985987982" providerId="ADAL" clId="{ABF3E58F-0627-46A7-AC09-1993390E59B4}" dt="2025-10-17T07:25:55.081" v="1210" actId="1076"/>
          <ac:spMkLst>
            <pc:docMk/>
            <pc:sldMk cId="2560101202" sldId="285"/>
            <ac:spMk id="82" creationId="{F1B7C6EE-91D7-42CF-90CF-DE33F75FA3CD}"/>
          </ac:spMkLst>
        </pc:spChg>
        <pc:spChg chg="mod topLvl">
          <ac:chgData name="若葉 陽一_木更津" userId="f189e243-d24f-4322-870d-dd2985987982" providerId="ADAL" clId="{ABF3E58F-0627-46A7-AC09-1993390E59B4}" dt="2025-10-17T07:31:01.893" v="1280" actId="122"/>
          <ac:spMkLst>
            <pc:docMk/>
            <pc:sldMk cId="2560101202" sldId="285"/>
            <ac:spMk id="83" creationId="{1CC73F2F-1C73-4903-BDBA-6EDCFCDB8B1D}"/>
          </ac:spMkLst>
        </pc:spChg>
        <pc:spChg chg="add mod">
          <ac:chgData name="若葉 陽一_木更津" userId="f189e243-d24f-4322-870d-dd2985987982" providerId="ADAL" clId="{ABF3E58F-0627-46A7-AC09-1993390E59B4}" dt="2025-10-17T07:32:09.870" v="1294" actId="207"/>
          <ac:spMkLst>
            <pc:docMk/>
            <pc:sldMk cId="2560101202" sldId="285"/>
            <ac:spMk id="84" creationId="{DBAE0909-29CA-46D7-BD11-2D39F97D8F48}"/>
          </ac:spMkLst>
        </pc:spChg>
        <pc:spChg chg="mod">
          <ac:chgData name="若葉 陽一_木更津" userId="f189e243-d24f-4322-870d-dd2985987982" providerId="ADAL" clId="{ABF3E58F-0627-46A7-AC09-1993390E59B4}" dt="2025-10-17T07:27:49.894" v="1234" actId="122"/>
          <ac:spMkLst>
            <pc:docMk/>
            <pc:sldMk cId="2560101202" sldId="285"/>
            <ac:spMk id="85" creationId="{4B90ADF2-BF05-4A16-849E-25257F54FAD1}"/>
          </ac:spMkLst>
        </pc:spChg>
        <pc:spChg chg="add mod">
          <ac:chgData name="若葉 陽一_木更津" userId="f189e243-d24f-4322-870d-dd2985987982" providerId="ADAL" clId="{ABF3E58F-0627-46A7-AC09-1993390E59B4}" dt="2025-10-17T07:32:09.870" v="1294" actId="207"/>
          <ac:spMkLst>
            <pc:docMk/>
            <pc:sldMk cId="2560101202" sldId="285"/>
            <ac:spMk id="90" creationId="{87C4869D-F6D3-4EE4-B496-72CAF830BEB7}"/>
          </ac:spMkLst>
        </pc:spChg>
        <pc:spChg chg="mod topLvl">
          <ac:chgData name="若葉 陽一_木更津" userId="f189e243-d24f-4322-870d-dd2985987982" providerId="ADAL" clId="{ABF3E58F-0627-46A7-AC09-1993390E59B4}" dt="2025-10-17T07:35:58.736" v="1327" actId="122"/>
          <ac:spMkLst>
            <pc:docMk/>
            <pc:sldMk cId="2560101202" sldId="285"/>
            <ac:spMk id="94" creationId="{7D7AA52D-5535-4AD2-94FA-2F1E71C9AD03}"/>
          </ac:spMkLst>
        </pc:spChg>
        <pc:spChg chg="mod topLvl">
          <ac:chgData name="若葉 陽一_木更津" userId="f189e243-d24f-4322-870d-dd2985987982" providerId="ADAL" clId="{ABF3E58F-0627-46A7-AC09-1993390E59B4}" dt="2025-10-17T07:35:55.406" v="1326" actId="122"/>
          <ac:spMkLst>
            <pc:docMk/>
            <pc:sldMk cId="2560101202" sldId="285"/>
            <ac:spMk id="96" creationId="{01FA76C6-3F85-49D2-8946-490CEB701F2A}"/>
          </ac:spMkLst>
        </pc:spChg>
        <pc:spChg chg="mod topLvl">
          <ac:chgData name="若葉 陽一_木更津" userId="f189e243-d24f-4322-870d-dd2985987982" providerId="ADAL" clId="{ABF3E58F-0627-46A7-AC09-1993390E59B4}" dt="2025-10-17T07:38:39.522" v="1366" actId="1076"/>
          <ac:spMkLst>
            <pc:docMk/>
            <pc:sldMk cId="2560101202" sldId="285"/>
            <ac:spMk id="101" creationId="{72B9B9CD-0F03-41DD-A534-63C36AEA02CE}"/>
          </ac:spMkLst>
        </pc:spChg>
        <pc:spChg chg="add mod">
          <ac:chgData name="若葉 陽一_木更津" userId="f189e243-d24f-4322-870d-dd2985987982" providerId="ADAL" clId="{ABF3E58F-0627-46A7-AC09-1993390E59B4}" dt="2025-10-17T07:37:47.944" v="1341" actId="14100"/>
          <ac:spMkLst>
            <pc:docMk/>
            <pc:sldMk cId="2560101202" sldId="285"/>
            <ac:spMk id="102" creationId="{E7D03C95-A75C-4DA1-BAB5-BC48D86A4AB3}"/>
          </ac:spMkLst>
        </pc:spChg>
        <pc:spChg chg="add mod">
          <ac:chgData name="若葉 陽一_木更津" userId="f189e243-d24f-4322-870d-dd2985987982" providerId="ADAL" clId="{ABF3E58F-0627-46A7-AC09-1993390E59B4}" dt="2025-10-17T07:36:28.219" v="1330" actId="1076"/>
          <ac:spMkLst>
            <pc:docMk/>
            <pc:sldMk cId="2560101202" sldId="285"/>
            <ac:spMk id="103" creationId="{6D171F2C-D3FD-44BB-96DF-8FDB7D397CF6}"/>
          </ac:spMkLst>
        </pc:spChg>
        <pc:spChg chg="add mod">
          <ac:chgData name="若葉 陽一_木更津" userId="f189e243-d24f-4322-870d-dd2985987982" providerId="ADAL" clId="{ABF3E58F-0627-46A7-AC09-1993390E59B4}" dt="2025-10-17T07:36:33.397" v="1332" actId="1076"/>
          <ac:spMkLst>
            <pc:docMk/>
            <pc:sldMk cId="2560101202" sldId="285"/>
            <ac:spMk id="104" creationId="{B1EB5A4C-FF5B-4A8E-815D-8F4538B2C42A}"/>
          </ac:spMkLst>
        </pc:spChg>
        <pc:spChg chg="add mod">
          <ac:chgData name="若葉 陽一_木更津" userId="f189e243-d24f-4322-870d-dd2985987982" providerId="ADAL" clId="{ABF3E58F-0627-46A7-AC09-1993390E59B4}" dt="2025-10-17T07:37:06.405" v="1334" actId="1076"/>
          <ac:spMkLst>
            <pc:docMk/>
            <pc:sldMk cId="2560101202" sldId="285"/>
            <ac:spMk id="105" creationId="{DB37D018-A7E9-4C41-893D-338C6BADA2E7}"/>
          </ac:spMkLst>
        </pc:spChg>
        <pc:spChg chg="mod">
          <ac:chgData name="若葉 陽一_木更津" userId="f189e243-d24f-4322-870d-dd2985987982" providerId="ADAL" clId="{ABF3E58F-0627-46A7-AC09-1993390E59B4}" dt="2025-10-17T07:37:34.321" v="1339"/>
          <ac:spMkLst>
            <pc:docMk/>
            <pc:sldMk cId="2560101202" sldId="285"/>
            <ac:spMk id="107" creationId="{713F3949-BF35-456F-AF0D-8E270DA1C169}"/>
          </ac:spMkLst>
        </pc:spChg>
        <pc:spChg chg="mod">
          <ac:chgData name="若葉 陽一_木更津" userId="f189e243-d24f-4322-870d-dd2985987982" providerId="ADAL" clId="{ABF3E58F-0627-46A7-AC09-1993390E59B4}" dt="2025-10-17T07:39:38.061" v="1401" actId="20577"/>
          <ac:spMkLst>
            <pc:docMk/>
            <pc:sldMk cId="2560101202" sldId="285"/>
            <ac:spMk id="110" creationId="{211A338E-35BA-47A4-BF60-A754A9F2D149}"/>
          </ac:spMkLst>
        </pc:spChg>
        <pc:spChg chg="add mod">
          <ac:chgData name="若葉 陽一_木更津" userId="f189e243-d24f-4322-870d-dd2985987982" providerId="ADAL" clId="{ABF3E58F-0627-46A7-AC09-1993390E59B4}" dt="2025-10-17T07:38:49.578" v="1381" actId="20577"/>
          <ac:spMkLst>
            <pc:docMk/>
            <pc:sldMk cId="2560101202" sldId="285"/>
            <ac:spMk id="112" creationId="{2F4C5E90-213E-46E4-909B-905742111559}"/>
          </ac:spMkLst>
        </pc:spChg>
        <pc:spChg chg="add mod">
          <ac:chgData name="若葉 陽一_木更津" userId="f189e243-d24f-4322-870d-dd2985987982" providerId="ADAL" clId="{ABF3E58F-0627-46A7-AC09-1993390E59B4}" dt="2025-10-17T07:39:00.349" v="1384" actId="14100"/>
          <ac:spMkLst>
            <pc:docMk/>
            <pc:sldMk cId="2560101202" sldId="285"/>
            <ac:spMk id="113" creationId="{8D0EAC2C-591F-4C56-891F-8370E6B0A933}"/>
          </ac:spMkLst>
        </pc:spChg>
        <pc:spChg chg="add mod">
          <ac:chgData name="若葉 陽一_木更津" userId="f189e243-d24f-4322-870d-dd2985987982" providerId="ADAL" clId="{ABF3E58F-0627-46A7-AC09-1993390E59B4}" dt="2025-10-17T07:40:41.014" v="1413" actId="1076"/>
          <ac:spMkLst>
            <pc:docMk/>
            <pc:sldMk cId="2560101202" sldId="285"/>
            <ac:spMk id="114" creationId="{2ADB49C4-5B80-4F3C-8AEF-5A2BF18B0E91}"/>
          </ac:spMkLst>
        </pc:spChg>
        <pc:spChg chg="add mod">
          <ac:chgData name="若葉 陽一_木更津" userId="f189e243-d24f-4322-870d-dd2985987982" providerId="ADAL" clId="{ABF3E58F-0627-46A7-AC09-1993390E59B4}" dt="2025-10-17T07:40:44.053" v="1415" actId="1076"/>
          <ac:spMkLst>
            <pc:docMk/>
            <pc:sldMk cId="2560101202" sldId="285"/>
            <ac:spMk id="115" creationId="{6A6D0770-A923-4D94-B5AF-26C2EEFA7F30}"/>
          </ac:spMkLst>
        </pc:spChg>
        <pc:grpChg chg="mod topLvl">
          <ac:chgData name="若葉 陽一_木更津" userId="f189e243-d24f-4322-870d-dd2985987982" providerId="ADAL" clId="{ABF3E58F-0627-46A7-AC09-1993390E59B4}" dt="2025-10-17T07:28:20.406" v="1235" actId="1076"/>
          <ac:grpSpMkLst>
            <pc:docMk/>
            <pc:sldMk cId="2560101202" sldId="285"/>
            <ac:grpSpMk id="7" creationId="{C110C80E-5754-4BB4-AF65-0DAFDD23EFC3}"/>
          </ac:grpSpMkLst>
        </pc:grpChg>
        <pc:grpChg chg="add mod">
          <ac:chgData name="若葉 陽一_木更津" userId="f189e243-d24f-4322-870d-dd2985987982" providerId="ADAL" clId="{ABF3E58F-0627-46A7-AC09-1993390E59B4}" dt="2025-10-17T07:25:59.823" v="1211" actId="1076"/>
          <ac:grpSpMkLst>
            <pc:docMk/>
            <pc:sldMk cId="2560101202" sldId="285"/>
            <ac:grpSpMk id="51" creationId="{2DC48E6D-D041-4F40-8A51-F676E1C4E66A}"/>
          </ac:grpSpMkLst>
        </pc:grpChg>
        <pc:grpChg chg="add mod">
          <ac:chgData name="若葉 陽一_木更津" userId="f189e243-d24f-4322-870d-dd2985987982" providerId="ADAL" clId="{ABF3E58F-0627-46A7-AC09-1993390E59B4}" dt="2025-10-17T07:20:44.581" v="1151" actId="1076"/>
          <ac:grpSpMkLst>
            <pc:docMk/>
            <pc:sldMk cId="2560101202" sldId="285"/>
            <ac:grpSpMk id="57" creationId="{C962252A-AC73-4D95-8C8A-56696F2432B7}"/>
          </ac:grpSpMkLst>
        </pc:grpChg>
        <pc:grpChg chg="mod">
          <ac:chgData name="若葉 陽一_木更津" userId="f189e243-d24f-4322-870d-dd2985987982" providerId="ADAL" clId="{ABF3E58F-0627-46A7-AC09-1993390E59B4}" dt="2025-10-17T07:40:30.374" v="1410" actId="1076"/>
          <ac:grpSpMkLst>
            <pc:docMk/>
            <pc:sldMk cId="2560101202" sldId="285"/>
            <ac:grpSpMk id="69" creationId="{7FE64F25-54AB-4434-9836-1800945DB59A}"/>
          </ac:grpSpMkLst>
        </pc:grpChg>
        <pc:grpChg chg="mod topLvl">
          <ac:chgData name="若葉 陽一_木更津" userId="f189e243-d24f-4322-870d-dd2985987982" providerId="ADAL" clId="{ABF3E58F-0627-46A7-AC09-1993390E59B4}" dt="2025-10-17T05:58:05.706" v="1095" actId="1076"/>
          <ac:grpSpMkLst>
            <pc:docMk/>
            <pc:sldMk cId="2560101202" sldId="285"/>
            <ac:grpSpMk id="72" creationId="{E983881F-14E5-4546-84BB-210F1200E9A1}"/>
          </ac:grpSpMkLst>
        </pc:grpChg>
        <pc:grpChg chg="mod topLvl">
          <ac:chgData name="若葉 陽一_木更津" userId="f189e243-d24f-4322-870d-dd2985987982" providerId="ADAL" clId="{ABF3E58F-0627-46A7-AC09-1993390E59B4}" dt="2025-10-17T07:20:07.105" v="1142" actId="1076"/>
          <ac:grpSpMkLst>
            <pc:docMk/>
            <pc:sldMk cId="2560101202" sldId="285"/>
            <ac:grpSpMk id="73" creationId="{9BE65283-6618-404F-AA33-D400FC7712EF}"/>
          </ac:grpSpMkLst>
        </pc:grpChg>
        <pc:grpChg chg="add mod">
          <ac:chgData name="若葉 陽一_木更津" userId="f189e243-d24f-4322-870d-dd2985987982" providerId="ADAL" clId="{ABF3E58F-0627-46A7-AC09-1993390E59B4}" dt="2025-10-17T07:30:43.130" v="1272" actId="1076"/>
          <ac:grpSpMkLst>
            <pc:docMk/>
            <pc:sldMk cId="2560101202" sldId="285"/>
            <ac:grpSpMk id="75" creationId="{1C4B99D5-744F-40B0-B2D2-CB8371BA654E}"/>
          </ac:grpSpMkLst>
        </pc:grpChg>
        <pc:grpChg chg="mod topLvl">
          <ac:chgData name="若葉 陽一_木更津" userId="f189e243-d24f-4322-870d-dd2985987982" providerId="ADAL" clId="{ABF3E58F-0627-46A7-AC09-1993390E59B4}" dt="2025-10-17T07:24:45.195" v="1191" actId="688"/>
          <ac:grpSpMkLst>
            <pc:docMk/>
            <pc:sldMk cId="2560101202" sldId="285"/>
            <ac:grpSpMk id="79" creationId="{F1479F20-27CB-4C20-B1FF-833962046BC2}"/>
          </ac:grpSpMkLst>
        </pc:grpChg>
        <pc:grpChg chg="add mod">
          <ac:chgData name="若葉 陽一_木更津" userId="f189e243-d24f-4322-870d-dd2985987982" providerId="ADAL" clId="{ABF3E58F-0627-46A7-AC09-1993390E59B4}" dt="2025-10-17T07:37:40.855" v="1340" actId="1076"/>
          <ac:grpSpMkLst>
            <pc:docMk/>
            <pc:sldMk cId="2560101202" sldId="285"/>
            <ac:grpSpMk id="106" creationId="{6F409DB2-6057-4317-BB78-7DD1B9223B4B}"/>
          </ac:grpSpMkLst>
        </pc:grpChg>
        <pc:grpChg chg="add mod">
          <ac:chgData name="若葉 陽一_木更津" userId="f189e243-d24f-4322-870d-dd2985987982" providerId="ADAL" clId="{ABF3E58F-0627-46A7-AC09-1993390E59B4}" dt="2025-10-17T07:39:35.327" v="1397" actId="1076"/>
          <ac:grpSpMkLst>
            <pc:docMk/>
            <pc:sldMk cId="2560101202" sldId="285"/>
            <ac:grpSpMk id="109" creationId="{5BC32297-C435-444C-BCA3-94C05CEC5DAF}"/>
          </ac:grpSpMkLst>
        </pc:grpChg>
        <pc:cxnChg chg="mod topLvl">
          <ac:chgData name="若葉 陽一_木更津" userId="f189e243-d24f-4322-870d-dd2985987982" providerId="ADAL" clId="{ABF3E58F-0627-46A7-AC09-1993390E59B4}" dt="2025-10-17T07:37:50.277" v="1342" actId="14100"/>
          <ac:cxnSpMkLst>
            <pc:docMk/>
            <pc:sldMk cId="2560101202" sldId="285"/>
            <ac:cxnSpMk id="43" creationId="{F748BB88-4541-4F12-8B26-34D85AB87F7A}"/>
          </ac:cxnSpMkLst>
        </pc:cxnChg>
        <pc:cxnChg chg="mod topLvl">
          <ac:chgData name="若葉 陽一_木更津" userId="f189e243-d24f-4322-870d-dd2985987982" providerId="ADAL" clId="{ABF3E58F-0627-46A7-AC09-1993390E59B4}" dt="2025-10-17T07:37:53.358" v="1343" actId="14100"/>
          <ac:cxnSpMkLst>
            <pc:docMk/>
            <pc:sldMk cId="2560101202" sldId="285"/>
            <ac:cxnSpMk id="44" creationId="{D4164900-BC6D-4E85-A748-62F3FFFC8110}"/>
          </ac:cxnSpMkLst>
        </pc:cxnChg>
        <pc:cxnChg chg="mod">
          <ac:chgData name="若葉 陽一_木更津" userId="f189e243-d24f-4322-870d-dd2985987982" providerId="ADAL" clId="{ABF3E58F-0627-46A7-AC09-1993390E59B4}" dt="2025-10-17T05:50:03.238" v="940"/>
          <ac:cxnSpMkLst>
            <pc:docMk/>
            <pc:sldMk cId="2560101202" sldId="285"/>
            <ac:cxnSpMk id="53" creationId="{36F3C7B6-4FD5-452D-8C14-5375DB7F56D0}"/>
          </ac:cxnSpMkLst>
        </pc:cxnChg>
        <pc:cxnChg chg="mod">
          <ac:chgData name="若葉 陽一_木更津" userId="f189e243-d24f-4322-870d-dd2985987982" providerId="ADAL" clId="{ABF3E58F-0627-46A7-AC09-1993390E59B4}" dt="2025-10-17T05:49:32.463" v="932" actId="165"/>
          <ac:cxnSpMkLst>
            <pc:docMk/>
            <pc:sldMk cId="2560101202" sldId="285"/>
            <ac:cxnSpMk id="55" creationId="{A8B51836-A8F3-4E42-8E2D-8753E170C89D}"/>
          </ac:cxnSpMkLst>
        </pc:cxnChg>
        <pc:cxnChg chg="mod">
          <ac:chgData name="若葉 陽一_木更津" userId="f189e243-d24f-4322-870d-dd2985987982" providerId="ADAL" clId="{ABF3E58F-0627-46A7-AC09-1993390E59B4}" dt="2025-10-17T07:20:33.680" v="1148"/>
          <ac:cxnSpMkLst>
            <pc:docMk/>
            <pc:sldMk cId="2560101202" sldId="285"/>
            <ac:cxnSpMk id="60" creationId="{E567BE1B-9FE5-405A-93B2-A9FEC6FE4FAE}"/>
          </ac:cxnSpMkLst>
        </pc:cxnChg>
        <pc:cxnChg chg="mod">
          <ac:chgData name="若葉 陽一_木更津" userId="f189e243-d24f-4322-870d-dd2985987982" providerId="ADAL" clId="{ABF3E58F-0627-46A7-AC09-1993390E59B4}" dt="2025-10-17T07:40:25.354" v="1408" actId="1076"/>
          <ac:cxnSpMkLst>
            <pc:docMk/>
            <pc:sldMk cId="2560101202" sldId="285"/>
            <ac:cxnSpMk id="62" creationId="{E05C7693-90F8-4D48-8574-23CCC0410109}"/>
          </ac:cxnSpMkLst>
        </pc:cxnChg>
        <pc:cxnChg chg="mod">
          <ac:chgData name="若葉 陽一_木更津" userId="f189e243-d24f-4322-870d-dd2985987982" providerId="ADAL" clId="{ABF3E58F-0627-46A7-AC09-1993390E59B4}" dt="2025-10-17T05:49:32.463" v="932" actId="165"/>
          <ac:cxnSpMkLst>
            <pc:docMk/>
            <pc:sldMk cId="2560101202" sldId="285"/>
            <ac:cxnSpMk id="67" creationId="{B04B48A0-93B3-4D3C-912A-091E4C218951}"/>
          </ac:cxnSpMkLst>
        </pc:cxnChg>
        <pc:cxnChg chg="mod topLvl">
          <ac:chgData name="若葉 陽一_木更津" userId="f189e243-d24f-4322-870d-dd2985987982" providerId="ADAL" clId="{ABF3E58F-0627-46A7-AC09-1993390E59B4}" dt="2025-10-17T07:22:33.988" v="1169" actId="478"/>
          <ac:cxnSpMkLst>
            <pc:docMk/>
            <pc:sldMk cId="2560101202" sldId="285"/>
            <ac:cxnSpMk id="70" creationId="{0F5400E1-04FB-45C2-8269-DDF593F670C0}"/>
          </ac:cxnSpMkLst>
        </pc:cxnChg>
        <pc:cxnChg chg="mod">
          <ac:chgData name="若葉 陽一_木更津" userId="f189e243-d24f-4322-870d-dd2985987982" providerId="ADAL" clId="{ABF3E58F-0627-46A7-AC09-1993390E59B4}" dt="2025-10-17T07:30:36.823" v="1271"/>
          <ac:cxnSpMkLst>
            <pc:docMk/>
            <pc:sldMk cId="2560101202" sldId="285"/>
            <ac:cxnSpMk id="77" creationId="{BEBE2EDE-4846-4B2C-B8C4-E025239F8908}"/>
          </ac:cxnSpMkLst>
        </pc:cxnChg>
        <pc:cxnChg chg="mod">
          <ac:chgData name="若葉 陽一_木更津" userId="f189e243-d24f-4322-870d-dd2985987982" providerId="ADAL" clId="{ABF3E58F-0627-46A7-AC09-1993390E59B4}" dt="2025-10-17T05:49:32.463" v="932" actId="165"/>
          <ac:cxnSpMkLst>
            <pc:docMk/>
            <pc:sldMk cId="2560101202" sldId="285"/>
            <ac:cxnSpMk id="81" creationId="{41B5B988-F48A-45A0-935C-B8EF8A7307AB}"/>
          </ac:cxnSpMkLst>
        </pc:cxnChg>
        <pc:cxnChg chg="mod">
          <ac:chgData name="若葉 陽一_木更津" userId="f189e243-d24f-4322-870d-dd2985987982" providerId="ADAL" clId="{ABF3E58F-0627-46A7-AC09-1993390E59B4}" dt="2025-10-17T05:49:32.463" v="932" actId="165"/>
          <ac:cxnSpMkLst>
            <pc:docMk/>
            <pc:sldMk cId="2560101202" sldId="285"/>
            <ac:cxnSpMk id="86" creationId="{6F490EC2-EF5F-4C4A-BEEB-CCA008059281}"/>
          </ac:cxnSpMkLst>
        </pc:cxnChg>
        <pc:cxnChg chg="mod topLvl">
          <ac:chgData name="若葉 陽一_木更津" userId="f189e243-d24f-4322-870d-dd2985987982" providerId="ADAL" clId="{ABF3E58F-0627-46A7-AC09-1993390E59B4}" dt="2025-10-17T07:30:10.835" v="1261" actId="478"/>
          <ac:cxnSpMkLst>
            <pc:docMk/>
            <pc:sldMk cId="2560101202" sldId="285"/>
            <ac:cxnSpMk id="89" creationId="{12E24A3C-24E1-4155-A0C1-F59082859D6B}"/>
          </ac:cxnSpMkLst>
        </pc:cxnChg>
        <pc:cxnChg chg="mod">
          <ac:chgData name="若葉 陽一_木更津" userId="f189e243-d24f-4322-870d-dd2985987982" providerId="ADAL" clId="{ABF3E58F-0627-46A7-AC09-1993390E59B4}" dt="2025-10-17T07:37:34.321" v="1339"/>
          <ac:cxnSpMkLst>
            <pc:docMk/>
            <pc:sldMk cId="2560101202" sldId="285"/>
            <ac:cxnSpMk id="108" creationId="{68AA14ED-47F1-4593-BC9A-637C182EBDB7}"/>
          </ac:cxnSpMkLst>
        </pc:cxnChg>
        <pc:cxnChg chg="mod">
          <ac:chgData name="若葉 陽一_木更津" userId="f189e243-d24f-4322-870d-dd2985987982" providerId="ADAL" clId="{ABF3E58F-0627-46A7-AC09-1993390E59B4}" dt="2025-10-17T07:38:00.581" v="1345"/>
          <ac:cxnSpMkLst>
            <pc:docMk/>
            <pc:sldMk cId="2560101202" sldId="285"/>
            <ac:cxnSpMk id="111" creationId="{8B0C0B68-DAAD-41EB-8FAC-3592A2D79786}"/>
          </ac:cxnSpMkLst>
        </pc:cxnChg>
      </pc:sldChg>
      <pc:sldChg chg="ord">
        <pc:chgData name="若葉 陽一_木更津" userId="f189e243-d24f-4322-870d-dd2985987982" providerId="ADAL" clId="{ABF3E58F-0627-46A7-AC09-1993390E59B4}" dt="2025-10-23T10:53:59.293" v="1428"/>
        <pc:sldMkLst>
          <pc:docMk/>
          <pc:sldMk cId="384690546" sldId="286"/>
        </pc:sldMkLst>
      </pc:sldChg>
      <pc:sldChg chg="addSp delSp modSp add mod ord">
        <pc:chgData name="若葉 陽一_木更津" userId="f189e243-d24f-4322-870d-dd2985987982" providerId="ADAL" clId="{ABF3E58F-0627-46A7-AC09-1993390E59B4}" dt="2025-10-23T11:08:47.535" v="1748" actId="14100"/>
        <pc:sldMkLst>
          <pc:docMk/>
          <pc:sldMk cId="2066845485" sldId="287"/>
        </pc:sldMkLst>
        <pc:spChg chg="mod">
          <ac:chgData name="若葉 陽一_木更津" userId="f189e243-d24f-4322-870d-dd2985987982" providerId="ADAL" clId="{ABF3E58F-0627-46A7-AC09-1993390E59B4}" dt="2025-10-23T11:08:44.224" v="1747" actId="1076"/>
          <ac:spMkLst>
            <pc:docMk/>
            <pc:sldMk cId="2066845485" sldId="287"/>
            <ac:spMk id="6" creationId="{A14E936C-3AF5-42BC-A931-05053294831D}"/>
          </ac:spMkLst>
        </pc:spChg>
        <pc:spChg chg="add mod">
          <ac:chgData name="若葉 陽一_木更津" userId="f189e243-d24f-4322-870d-dd2985987982" providerId="ADAL" clId="{ABF3E58F-0627-46A7-AC09-1993390E59B4}" dt="2025-10-23T11:08:44.224" v="1747" actId="1076"/>
          <ac:spMkLst>
            <pc:docMk/>
            <pc:sldMk cId="2066845485" sldId="287"/>
            <ac:spMk id="9" creationId="{7D8868A7-08BC-4715-9018-0B7A8F667DD3}"/>
          </ac:spMkLst>
        </pc:spChg>
        <pc:spChg chg="mod">
          <ac:chgData name="若葉 陽一_木更津" userId="f189e243-d24f-4322-870d-dd2985987982" providerId="ADAL" clId="{ABF3E58F-0627-46A7-AC09-1993390E59B4}" dt="2025-10-23T11:08:44.224" v="1747" actId="1076"/>
          <ac:spMkLst>
            <pc:docMk/>
            <pc:sldMk cId="2066845485" sldId="287"/>
            <ac:spMk id="10" creationId="{FCDAB48C-C282-419F-A056-76F988B7151B}"/>
          </ac:spMkLst>
        </pc:spChg>
        <pc:spChg chg="add mod">
          <ac:chgData name="若葉 陽一_木更津" userId="f189e243-d24f-4322-870d-dd2985987982" providerId="ADAL" clId="{ABF3E58F-0627-46A7-AC09-1993390E59B4}" dt="2025-10-23T11:08:44.224" v="1747" actId="1076"/>
          <ac:spMkLst>
            <pc:docMk/>
            <pc:sldMk cId="2066845485" sldId="287"/>
            <ac:spMk id="11" creationId="{5B56FA41-EEBC-4E18-ADA6-5C7E679FBC4F}"/>
          </ac:spMkLst>
        </pc:spChg>
        <pc:spChg chg="add mod">
          <ac:chgData name="若葉 陽一_木更津" userId="f189e243-d24f-4322-870d-dd2985987982" providerId="ADAL" clId="{ABF3E58F-0627-46A7-AC09-1993390E59B4}" dt="2025-10-23T11:08:47.535" v="1748" actId="14100"/>
          <ac:spMkLst>
            <pc:docMk/>
            <pc:sldMk cId="2066845485" sldId="287"/>
            <ac:spMk id="12" creationId="{A3B126A0-711E-40F2-BB25-823B5C5EEFAC}"/>
          </ac:spMkLst>
        </pc:spChg>
        <pc:spChg chg="add mod">
          <ac:chgData name="若葉 陽一_木更津" userId="f189e243-d24f-4322-870d-dd2985987982" providerId="ADAL" clId="{ABF3E58F-0627-46A7-AC09-1993390E59B4}" dt="2025-10-23T11:08:44.224" v="1747" actId="1076"/>
          <ac:spMkLst>
            <pc:docMk/>
            <pc:sldMk cId="2066845485" sldId="287"/>
            <ac:spMk id="13" creationId="{B1DCFE3A-43C7-44D4-ADDA-E4445EE1C4E9}"/>
          </ac:spMkLst>
        </pc:spChg>
        <pc:spChg chg="add mod">
          <ac:chgData name="若葉 陽一_木更津" userId="f189e243-d24f-4322-870d-dd2985987982" providerId="ADAL" clId="{ABF3E58F-0627-46A7-AC09-1993390E59B4}" dt="2025-10-23T11:08:44.224" v="1747" actId="1076"/>
          <ac:spMkLst>
            <pc:docMk/>
            <pc:sldMk cId="2066845485" sldId="287"/>
            <ac:spMk id="14" creationId="{7793ADB2-2222-4279-B96F-E444CE58DB20}"/>
          </ac:spMkLst>
        </pc:spChg>
        <pc:spChg chg="add mod">
          <ac:chgData name="若葉 陽一_木更津" userId="f189e243-d24f-4322-870d-dd2985987982" providerId="ADAL" clId="{ABF3E58F-0627-46A7-AC09-1993390E59B4}" dt="2025-10-23T11:08:44.224" v="1747" actId="1076"/>
          <ac:spMkLst>
            <pc:docMk/>
            <pc:sldMk cId="2066845485" sldId="287"/>
            <ac:spMk id="15" creationId="{AEC09EFF-177D-4AF2-90E1-B5F6DD105A9C}"/>
          </ac:spMkLst>
        </pc:spChg>
        <pc:spChg chg="add mod">
          <ac:chgData name="若葉 陽一_木更津" userId="f189e243-d24f-4322-870d-dd2985987982" providerId="ADAL" clId="{ABF3E58F-0627-46A7-AC09-1993390E59B4}" dt="2025-10-23T11:08:44.224" v="1747" actId="1076"/>
          <ac:spMkLst>
            <pc:docMk/>
            <pc:sldMk cId="2066845485" sldId="287"/>
            <ac:spMk id="16" creationId="{7BEA27B5-B723-463F-962E-7752A62A4E3A}"/>
          </ac:spMkLst>
        </pc:spChg>
        <pc:picChg chg="del">
          <ac:chgData name="若葉 陽一_木更津" userId="f189e243-d24f-4322-870d-dd2985987982" providerId="ADAL" clId="{ABF3E58F-0627-46A7-AC09-1993390E59B4}" dt="2025-10-23T10:53:24.288" v="1426" actId="478"/>
          <ac:picMkLst>
            <pc:docMk/>
            <pc:sldMk cId="2066845485" sldId="287"/>
            <ac:picMk id="2" creationId="{B1D5341C-2132-44CE-BD9C-307501412104}"/>
          </ac:picMkLst>
        </pc:picChg>
        <pc:picChg chg="add mod">
          <ac:chgData name="若葉 陽一_木更津" userId="f189e243-d24f-4322-870d-dd2985987982" providerId="ADAL" clId="{ABF3E58F-0627-46A7-AC09-1993390E59B4}" dt="2025-10-23T10:54:21.454" v="1433" actId="1076"/>
          <ac:picMkLst>
            <pc:docMk/>
            <pc:sldMk cId="2066845485" sldId="287"/>
            <ac:picMk id="3" creationId="{D7890B6E-E423-44E3-B07A-CF976D14D64F}"/>
          </ac:picMkLst>
        </pc:picChg>
      </pc:sldChg>
    </pc:docChg>
  </pc:docChgLst>
  <pc:docChgLst>
    <pc:chgData name="若葉 陽一_木更津" userId="f189e243-d24f-4322-870d-dd2985987982" providerId="ADAL" clId="{DA0AFEA1-E08C-4485-B99F-0FF4CA5BE06D}"/>
    <pc:docChg chg="undo custSel addSld modSld">
      <pc:chgData name="若葉 陽一_木更津" userId="f189e243-d24f-4322-870d-dd2985987982" providerId="ADAL" clId="{DA0AFEA1-E08C-4485-B99F-0FF4CA5BE06D}" dt="2025-08-31T11:07:26.018" v="115" actId="1076"/>
      <pc:docMkLst>
        <pc:docMk/>
      </pc:docMkLst>
      <pc:sldChg chg="addSp delSp modSp mod">
        <pc:chgData name="若葉 陽一_木更津" userId="f189e243-d24f-4322-870d-dd2985987982" providerId="ADAL" clId="{DA0AFEA1-E08C-4485-B99F-0FF4CA5BE06D}" dt="2025-08-31T11:07:26.018" v="115" actId="1076"/>
        <pc:sldMkLst>
          <pc:docMk/>
          <pc:sldMk cId="2901798454" sldId="256"/>
        </pc:sldMkLst>
      </pc:sldChg>
      <pc:sldChg chg="addSp modSp add mod">
        <pc:chgData name="若葉 陽一_木更津" userId="f189e243-d24f-4322-870d-dd2985987982" providerId="ADAL" clId="{DA0AFEA1-E08C-4485-B99F-0FF4CA5BE06D}" dt="2025-08-31T11:00:56.584" v="58" actId="207"/>
        <pc:sldMkLst>
          <pc:docMk/>
          <pc:sldMk cId="2887885111" sldId="283"/>
        </pc:sldMkLst>
      </pc:sldChg>
    </pc:docChg>
  </pc:docChgLst>
  <pc:docChgLst>
    <pc:chgData name="若葉 陽一_木更津" userId="f189e243-d24f-4322-870d-dd2985987982" providerId="ADAL" clId="{412427CA-F683-4F73-89E4-F216EB7766D4}"/>
    <pc:docChg chg="custSel addSld modSld sldOrd">
      <pc:chgData name="若葉 陽一_木更津" userId="f189e243-d24f-4322-870d-dd2985987982" providerId="ADAL" clId="{412427CA-F683-4F73-89E4-F216EB7766D4}" dt="2026-01-17T05:55:24.311" v="79" actId="6549"/>
      <pc:docMkLst>
        <pc:docMk/>
      </pc:docMkLst>
      <pc:sldChg chg="mod ord modShow">
        <pc:chgData name="若葉 陽一_木更津" userId="f189e243-d24f-4322-870d-dd2985987982" providerId="ADAL" clId="{412427CA-F683-4F73-89E4-F216EB7766D4}" dt="2026-01-17T05:54:52.241" v="69" actId="729"/>
        <pc:sldMkLst>
          <pc:docMk/>
          <pc:sldMk cId="2901798454" sldId="256"/>
        </pc:sldMkLst>
      </pc:sldChg>
      <pc:sldChg chg="mod ord modShow">
        <pc:chgData name="若葉 陽一_木更津" userId="f189e243-d24f-4322-870d-dd2985987982" providerId="ADAL" clId="{412427CA-F683-4F73-89E4-F216EB7766D4}" dt="2026-01-17T05:54:54.178" v="70" actId="729"/>
        <pc:sldMkLst>
          <pc:docMk/>
          <pc:sldMk cId="2887885111" sldId="283"/>
        </pc:sldMkLst>
      </pc:sldChg>
      <pc:sldChg chg="addSp delSp modSp new mod">
        <pc:chgData name="若葉 陽一_木更津" userId="f189e243-d24f-4322-870d-dd2985987982" providerId="ADAL" clId="{412427CA-F683-4F73-89E4-F216EB7766D4}" dt="2026-01-17T05:54:19.125" v="62" actId="403"/>
        <pc:sldMkLst>
          <pc:docMk/>
          <pc:sldMk cId="3790636340" sldId="288"/>
        </pc:sldMkLst>
        <pc:spChg chg="del mod">
          <ac:chgData name="若葉 陽一_木更津" userId="f189e243-d24f-4322-870d-dd2985987982" providerId="ADAL" clId="{412427CA-F683-4F73-89E4-F216EB7766D4}" dt="2026-01-17T05:53:44.898" v="6" actId="478"/>
          <ac:spMkLst>
            <pc:docMk/>
            <pc:sldMk cId="3790636340" sldId="288"/>
            <ac:spMk id="2" creationId="{7E52FF3E-9C74-41DC-84EE-37A766195E10}"/>
          </ac:spMkLst>
        </pc:spChg>
        <pc:spChg chg="del">
          <ac:chgData name="若葉 陽一_木更津" userId="f189e243-d24f-4322-870d-dd2985987982" providerId="ADAL" clId="{412427CA-F683-4F73-89E4-F216EB7766D4}" dt="2026-01-17T05:53:43.812" v="5" actId="478"/>
          <ac:spMkLst>
            <pc:docMk/>
            <pc:sldMk cId="3790636340" sldId="288"/>
            <ac:spMk id="3" creationId="{00839C6B-8BCA-446F-9E4C-001B42AF927C}"/>
          </ac:spMkLst>
        </pc:spChg>
        <pc:spChg chg="add del mod">
          <ac:chgData name="若葉 陽一_木更津" userId="f189e243-d24f-4322-870d-dd2985987982" providerId="ADAL" clId="{412427CA-F683-4F73-89E4-F216EB7766D4}" dt="2026-01-17T05:53:45.687" v="7" actId="478"/>
          <ac:spMkLst>
            <pc:docMk/>
            <pc:sldMk cId="3790636340" sldId="288"/>
            <ac:spMk id="5" creationId="{C88C69E8-F7C9-4CF1-995D-DBF5C0F070E9}"/>
          </ac:spMkLst>
        </pc:spChg>
        <pc:spChg chg="add mod">
          <ac:chgData name="若葉 陽一_木更津" userId="f189e243-d24f-4322-870d-dd2985987982" providerId="ADAL" clId="{412427CA-F683-4F73-89E4-F216EB7766D4}" dt="2026-01-17T05:54:19.125" v="62" actId="403"/>
          <ac:spMkLst>
            <pc:docMk/>
            <pc:sldMk cId="3790636340" sldId="288"/>
            <ac:spMk id="6" creationId="{B974B63C-7D76-435D-8FAC-2D9B430672E2}"/>
          </ac:spMkLst>
        </pc:spChg>
      </pc:sldChg>
      <pc:sldChg chg="modSp add mod">
        <pc:chgData name="若葉 陽一_木更津" userId="f189e243-d24f-4322-870d-dd2985987982" providerId="ADAL" clId="{412427CA-F683-4F73-89E4-F216EB7766D4}" dt="2026-01-17T05:55:24.311" v="79" actId="6549"/>
        <pc:sldMkLst>
          <pc:docMk/>
          <pc:sldMk cId="3423222484" sldId="289"/>
        </pc:sldMkLst>
        <pc:spChg chg="mod">
          <ac:chgData name="若葉 陽一_木更津" userId="f189e243-d24f-4322-870d-dd2985987982" providerId="ADAL" clId="{412427CA-F683-4F73-89E4-F216EB7766D4}" dt="2026-01-17T05:55:24.311" v="79" actId="6549"/>
          <ac:spMkLst>
            <pc:docMk/>
            <pc:sldMk cId="3423222484" sldId="289"/>
            <ac:spMk id="6" creationId="{B974B63C-7D76-435D-8FAC-2D9B430672E2}"/>
          </ac:spMkLst>
        </pc:spChg>
      </pc:sldChg>
      <pc:sldChg chg="add">
        <pc:chgData name="若葉 陽一_木更津" userId="f189e243-d24f-4322-870d-dd2985987982" providerId="ADAL" clId="{412427CA-F683-4F73-89E4-F216EB7766D4}" dt="2026-01-17T05:54:44.384" v="68"/>
        <pc:sldMkLst>
          <pc:docMk/>
          <pc:sldMk cId="215452538" sldId="290"/>
        </pc:sldMkLst>
      </pc:sldChg>
    </pc:docChg>
  </pc:docChgLst>
  <pc:docChgLst>
    <pc:chgData name="若葉 陽一_木更津" userId="f189e243-d24f-4322-870d-dd2985987982" providerId="ADAL" clId="{E83B05E7-D968-4FA0-BA1E-FFE8C9A76131}"/>
    <pc:docChg chg="addSld delSld modSld sldOrd">
      <pc:chgData name="若葉 陽一_木更津" userId="f189e243-d24f-4322-870d-dd2985987982" providerId="ADAL" clId="{E83B05E7-D968-4FA0-BA1E-FFE8C9A76131}" dt="2025-10-22T10:56:16.578" v="78"/>
      <pc:docMkLst>
        <pc:docMk/>
      </pc:docMkLst>
      <pc:sldChg chg="addSp">
        <pc:chgData name="若葉 陽一_木更津" userId="f189e243-d24f-4322-870d-dd2985987982" providerId="ADAL" clId="{E83B05E7-D968-4FA0-BA1E-FFE8C9A76131}" dt="2025-10-22T10:56:07.124" v="74"/>
        <pc:sldMkLst>
          <pc:docMk/>
          <pc:sldMk cId="2901798454" sldId="256"/>
        </pc:sldMkLst>
        <pc:picChg chg="add">
          <ac:chgData name="若葉 陽一_木更津" userId="f189e243-d24f-4322-870d-dd2985987982" providerId="ADAL" clId="{E83B05E7-D968-4FA0-BA1E-FFE8C9A76131}" dt="2025-10-22T10:56:07.124" v="74"/>
          <ac:picMkLst>
            <pc:docMk/>
            <pc:sldMk cId="2901798454" sldId="256"/>
            <ac:picMk id="1026" creationId="{CD1C0C79-359C-0E1C-BEA5-F4D77328C20F}"/>
          </ac:picMkLst>
        </pc:picChg>
      </pc:sldChg>
      <pc:sldChg chg="modSp mod">
        <pc:chgData name="若葉 陽一_木更津" userId="f189e243-d24f-4322-870d-dd2985987982" providerId="ADAL" clId="{E83B05E7-D968-4FA0-BA1E-FFE8C9A76131}" dt="2025-10-21T06:57:20.479" v="72"/>
        <pc:sldMkLst>
          <pc:docMk/>
          <pc:sldMk cId="2973592768" sldId="284"/>
        </pc:sldMkLst>
        <pc:graphicFrameChg chg="mod modGraphic">
          <ac:chgData name="若葉 陽一_木更津" userId="f189e243-d24f-4322-870d-dd2985987982" providerId="ADAL" clId="{E83B05E7-D968-4FA0-BA1E-FFE8C9A76131}" dt="2025-10-21T06:57:20.479" v="72"/>
          <ac:graphicFrameMkLst>
            <pc:docMk/>
            <pc:sldMk cId="2973592768" sldId="284"/>
            <ac:graphicFrameMk id="9" creationId="{BA2E35D9-289D-4E1C-8496-B6086AC2C89A}"/>
          </ac:graphicFrameMkLst>
        </pc:graphicFrameChg>
      </pc:sldChg>
      <pc:sldChg chg="addSp new ord">
        <pc:chgData name="若葉 陽一_木更津" userId="f189e243-d24f-4322-870d-dd2985987982" providerId="ADAL" clId="{E83B05E7-D968-4FA0-BA1E-FFE8C9A76131}" dt="2025-10-22T10:56:16.578" v="78"/>
        <pc:sldMkLst>
          <pc:docMk/>
          <pc:sldMk cId="384690546" sldId="286"/>
        </pc:sldMkLst>
        <pc:picChg chg="add">
          <ac:chgData name="若葉 陽一_木更津" userId="f189e243-d24f-4322-870d-dd2985987982" providerId="ADAL" clId="{E83B05E7-D968-4FA0-BA1E-FFE8C9A76131}" dt="2025-10-22T10:56:16.578" v="78"/>
          <ac:picMkLst>
            <pc:docMk/>
            <pc:sldMk cId="384690546" sldId="286"/>
            <ac:picMk id="2050" creationId="{DC21F79D-823D-B181-29FE-61D6D819EEF1}"/>
          </ac:picMkLst>
        </pc:picChg>
      </pc:sldChg>
      <pc:sldChg chg="modSp add del mod">
        <pc:chgData name="若葉 陽一_木更津" userId="f189e243-d24f-4322-870d-dd2985987982" providerId="ADAL" clId="{E83B05E7-D968-4FA0-BA1E-FFE8C9A76131}" dt="2025-10-21T06:58:17" v="73" actId="47"/>
        <pc:sldMkLst>
          <pc:docMk/>
          <pc:sldMk cId="2805883078" sldId="286"/>
        </pc:sldMkLst>
        <pc:graphicFrameChg chg="modGraphic">
          <ac:chgData name="若葉 陽一_木更津" userId="f189e243-d24f-4322-870d-dd2985987982" providerId="ADAL" clId="{E83B05E7-D968-4FA0-BA1E-FFE8C9A76131}" dt="2025-10-21T06:49:23.207" v="55" actId="14734"/>
          <ac:graphicFrameMkLst>
            <pc:docMk/>
            <pc:sldMk cId="2805883078" sldId="286"/>
            <ac:graphicFrameMk id="9" creationId="{59AFB90D-AB86-9498-1C01-E16562525B0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3ADB3-7EAE-4E2B-AEEF-884E04E679AB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D47E9-6A2F-401F-98EA-439ECECBD1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911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シリアル通信を用いた通信過程について説明させていただきます。</a:t>
            </a:r>
            <a:endParaRPr kumimoji="1" lang="en-US" altLang="ja-JP" dirty="0"/>
          </a:p>
          <a:p>
            <a:r>
              <a:rPr kumimoji="1" lang="ja-JP" altLang="en-US" dirty="0"/>
              <a:t>今回は例として円を描くプログラムについて説明します。</a:t>
            </a:r>
            <a:endParaRPr kumimoji="1" lang="en-US" altLang="ja-JP" dirty="0"/>
          </a:p>
          <a:p>
            <a:r>
              <a:rPr lang="en-US" altLang="ja-JP" dirty="0"/>
              <a:t>Scratch </a:t>
            </a:r>
            <a:r>
              <a:rPr lang="ja-JP" altLang="en-US" dirty="0"/>
              <a:t>にて円を描くブロックを実行すると </a:t>
            </a:r>
            <a:r>
              <a:rPr lang="en-US" altLang="ja-JP" dirty="0"/>
              <a:t>Python </a:t>
            </a:r>
            <a:r>
              <a:rPr lang="ja-JP" altLang="en-US" dirty="0"/>
              <a:t>にて</a:t>
            </a:r>
            <a:r>
              <a:rPr lang="en-US" altLang="ja-JP" dirty="0"/>
              <a:t>Arduino</a:t>
            </a:r>
            <a:r>
              <a:rPr lang="ja-JP" altLang="en-US" dirty="0"/>
              <a:t>に対し</a:t>
            </a:r>
            <a:r>
              <a:rPr lang="en-US" altLang="ja-JP" dirty="0"/>
              <a:t>8bit</a:t>
            </a:r>
            <a:r>
              <a:rPr lang="ja-JP" altLang="en-US" dirty="0"/>
              <a:t>通信を行い、</a:t>
            </a:r>
            <a:r>
              <a:rPr lang="en-US" altLang="ja-JP" dirty="0"/>
              <a:t>Arduino</a:t>
            </a:r>
            <a:r>
              <a:rPr lang="ja-JP" altLang="en-US" dirty="0"/>
              <a:t>をシリアル通信待機状態にします</a:t>
            </a:r>
            <a:r>
              <a:rPr lang="en-US" altLang="ja-JP" dirty="0"/>
              <a:t>. </a:t>
            </a:r>
            <a:r>
              <a:rPr lang="ja-JP" altLang="en-US" dirty="0"/>
              <a:t>次にシリアル通信にてライン引きロボット前輪の回転角を</a:t>
            </a:r>
            <a:r>
              <a:rPr lang="en-US" altLang="ja-JP" dirty="0"/>
              <a:t>Arduino</a:t>
            </a:r>
            <a:r>
              <a:rPr lang="ja-JP" altLang="en-US" dirty="0"/>
              <a:t>に送信し値をそのまま返信します</a:t>
            </a:r>
            <a:r>
              <a:rPr lang="en-US" altLang="ja-JP" dirty="0"/>
              <a:t>.</a:t>
            </a:r>
            <a:r>
              <a:rPr lang="ja-JP" altLang="en-US" dirty="0"/>
              <a:t>これらの送信データと受信デー タを比較し</a:t>
            </a:r>
            <a:r>
              <a:rPr lang="en-US" altLang="ja-JP" dirty="0"/>
              <a:t>,</a:t>
            </a:r>
            <a:r>
              <a:rPr lang="ja-JP" altLang="en-US" dirty="0"/>
              <a:t>データが不一致ならば再度回転角を送信します。データが一致すれば動作の実行を</a:t>
            </a:r>
            <a:r>
              <a:rPr lang="en-US" altLang="ja-JP" dirty="0"/>
              <a:t>Arduino</a:t>
            </a:r>
            <a:r>
              <a:rPr lang="ja-JP" altLang="en-US" dirty="0"/>
              <a:t>に命令 し</a:t>
            </a:r>
            <a:r>
              <a:rPr lang="en-US" altLang="ja-JP" dirty="0"/>
              <a:t>Arduino </a:t>
            </a:r>
            <a:r>
              <a:rPr lang="ja-JP" altLang="en-US" dirty="0"/>
              <a:t>からの動作完了通知をシリアル通信にて受け取り次第、</a:t>
            </a:r>
            <a:r>
              <a:rPr lang="en-US" altLang="ja-JP" dirty="0"/>
              <a:t>Scratch</a:t>
            </a:r>
            <a:r>
              <a:rPr lang="ja-JP" altLang="en-US" dirty="0"/>
              <a:t>は次の命令ブロックを実行します。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704E0-0DE4-4CE3-9CFA-053E683FB42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5858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ブロックは上位</a:t>
            </a:r>
            <a:r>
              <a:rPr kumimoji="1" lang="en-US" altLang="ja-JP" dirty="0"/>
              <a:t>bit</a:t>
            </a:r>
            <a:r>
              <a:rPr kumimoji="1" lang="ja-JP" altLang="en-US" dirty="0"/>
              <a:t>から起動のときは１、停止のときは０といった桁によって動作を割り当てており、この表のようになっています。</a:t>
            </a:r>
            <a:endParaRPr kumimoji="1" lang="en-US" altLang="ja-JP" dirty="0"/>
          </a:p>
          <a:p>
            <a:r>
              <a:rPr kumimoji="1" lang="ja-JP" altLang="en-US" dirty="0"/>
              <a:t>この組み合わせによって、粉を出しながら進んだりその場で回転したりすることができます。</a:t>
            </a:r>
            <a:endParaRPr kumimoji="1" lang="en-US" altLang="ja-JP" dirty="0"/>
          </a:p>
          <a:p>
            <a:r>
              <a:rPr kumimoji="1" lang="ja-JP" altLang="en-US" dirty="0"/>
              <a:t>例えば下のブロックで右のタイヤを前方に低速で動かす場合、</a:t>
            </a:r>
            <a:r>
              <a:rPr kumimoji="1" lang="ja-JP" altLang="en-US" dirty="0" err="1"/>
              <a:t>ーーーと</a:t>
            </a:r>
            <a:r>
              <a:rPr kumimoji="1" lang="ja-JP" altLang="en-US" dirty="0"/>
              <a:t>いう信号を送信します。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43DCB6-029F-4F9B-B0FB-8831A59606B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3095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シリアル通信を用いた通信過程について説明させていただきます。</a:t>
            </a:r>
            <a:endParaRPr kumimoji="1" lang="en-US" altLang="ja-JP" dirty="0"/>
          </a:p>
          <a:p>
            <a:r>
              <a:rPr kumimoji="1" lang="ja-JP" altLang="en-US" dirty="0"/>
              <a:t>今回は例として円を描くプログラムについて説明します。</a:t>
            </a:r>
            <a:endParaRPr kumimoji="1" lang="en-US" altLang="ja-JP" dirty="0"/>
          </a:p>
          <a:p>
            <a:r>
              <a:rPr lang="en-US" altLang="ja-JP" dirty="0"/>
              <a:t>Scratch </a:t>
            </a:r>
            <a:r>
              <a:rPr lang="ja-JP" altLang="en-US" dirty="0"/>
              <a:t>にて円を描くブロックを実行すると </a:t>
            </a:r>
            <a:r>
              <a:rPr lang="en-US" altLang="ja-JP" dirty="0"/>
              <a:t>Python </a:t>
            </a:r>
            <a:r>
              <a:rPr lang="ja-JP" altLang="en-US" dirty="0"/>
              <a:t>にて</a:t>
            </a:r>
            <a:r>
              <a:rPr lang="en-US" altLang="ja-JP" dirty="0"/>
              <a:t>Arduino</a:t>
            </a:r>
            <a:r>
              <a:rPr lang="ja-JP" altLang="en-US" dirty="0"/>
              <a:t>に対し</a:t>
            </a:r>
            <a:r>
              <a:rPr lang="en-US" altLang="ja-JP" dirty="0"/>
              <a:t>8bit</a:t>
            </a:r>
            <a:r>
              <a:rPr lang="ja-JP" altLang="en-US" dirty="0"/>
              <a:t>通信を行い、</a:t>
            </a:r>
            <a:r>
              <a:rPr lang="en-US" altLang="ja-JP" dirty="0"/>
              <a:t>Arduino</a:t>
            </a:r>
            <a:r>
              <a:rPr lang="ja-JP" altLang="en-US" dirty="0"/>
              <a:t>をシリアル通信待機状態にします</a:t>
            </a:r>
            <a:r>
              <a:rPr lang="en-US" altLang="ja-JP" dirty="0"/>
              <a:t>. </a:t>
            </a:r>
            <a:r>
              <a:rPr lang="ja-JP" altLang="en-US" dirty="0"/>
              <a:t>次にシリアル通信にてライン引きロボット前輪の回転角を</a:t>
            </a:r>
            <a:r>
              <a:rPr lang="en-US" altLang="ja-JP" dirty="0"/>
              <a:t>Arduino</a:t>
            </a:r>
            <a:r>
              <a:rPr lang="ja-JP" altLang="en-US" dirty="0"/>
              <a:t>に送信し値をそのまま返信します</a:t>
            </a:r>
            <a:r>
              <a:rPr lang="en-US" altLang="ja-JP" dirty="0"/>
              <a:t>.</a:t>
            </a:r>
            <a:r>
              <a:rPr lang="ja-JP" altLang="en-US" dirty="0"/>
              <a:t>これらの送信データと受信デー タを比較し</a:t>
            </a:r>
            <a:r>
              <a:rPr lang="en-US" altLang="ja-JP" dirty="0"/>
              <a:t>,</a:t>
            </a:r>
            <a:r>
              <a:rPr lang="ja-JP" altLang="en-US" dirty="0"/>
              <a:t>データが不一致ならば再度回転角を送信します。データが一致すれば動作の実行を</a:t>
            </a:r>
            <a:r>
              <a:rPr lang="en-US" altLang="ja-JP" dirty="0"/>
              <a:t>Arduino</a:t>
            </a:r>
            <a:r>
              <a:rPr lang="ja-JP" altLang="en-US" dirty="0"/>
              <a:t>に命令 し</a:t>
            </a:r>
            <a:r>
              <a:rPr lang="en-US" altLang="ja-JP" dirty="0"/>
              <a:t>Arduino </a:t>
            </a:r>
            <a:r>
              <a:rPr lang="ja-JP" altLang="en-US" dirty="0"/>
              <a:t>からの動作完了通知をシリアル通信にて受け取り次第、</a:t>
            </a:r>
            <a:r>
              <a:rPr lang="en-US" altLang="ja-JP" dirty="0"/>
              <a:t>Scratch</a:t>
            </a:r>
            <a:r>
              <a:rPr lang="ja-JP" altLang="en-US" dirty="0"/>
              <a:t>は次の命令ブロックを実行します。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704E0-0DE4-4CE3-9CFA-053E683FB425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632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B2724D-D9B7-4703-992B-555FEA729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492CDCA-F4C3-47A5-8A76-29364CB8A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2F3534-EF59-4A18-AA17-D125B289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73B347-306C-4818-9653-A0F104B4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3415C7-1B0C-42F0-8B47-A861B190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2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0F4D93-D26D-46A2-A8BB-7EC1009C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BD3E26-5FB0-448A-8158-4ABA34B2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750E2E-B8D2-4E8D-86CE-FF9E41B67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8C5D0D-3751-4DA3-ACA3-A8B9FA56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504CF7-F73E-4E47-881A-112B2AEDE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855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ADD6D7-4C33-4FC2-9BCD-1190462B6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B24710-C1A5-41AD-91B4-621A4554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753BE5-3436-4545-817E-9F53B48B2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095B9-5157-4C86-B58B-E32B1B17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C3ACD9-8E98-4ED6-80C0-3E32C316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486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0F9ABB-E0F1-4647-AA0F-E702D8F5C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C9E7F2-B387-4CF0-AF1E-82F752821B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B012BF-1910-4391-A2F3-FB0B237E7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ACCD17-84A4-4AEA-A8C0-78A1E6773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88042B-60AD-4D2B-B9EE-D8C7327B3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4F489B-0077-492A-8BB4-61E585305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912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E8665-6C27-4D7A-ABEB-C6DB949B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F10D5C-1D1B-46B4-A9D4-920F3C97F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EE853C9-764B-49FE-905A-7D2F1BE0F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D14D4E3-71BE-40B8-B003-E2F154DAF4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21AEE9-F5FF-44A4-8BAC-12CB699FB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AA44AF8-7045-4089-9B32-3E22D86C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E20316-BF9A-4C35-891D-FC36B28C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C45DB3-C5CB-4FF2-9D5E-3DEB99D7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9184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AE65D3-2BA0-4341-AB0F-586D6B9F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0C723CE-F0B3-44F4-8AE3-98E00083A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78A1BCC-23A2-48EA-84BA-714BBD3BD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CBA9FDB-04BD-4E75-BF33-5F2267A84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144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233F6AF-FC30-40C0-A5E6-BA988365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909490-3CED-4841-8828-3BF98F98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EF3A3F-7093-4385-B8AA-C97622DD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559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8499C9-48C7-4067-A809-F2012A9E3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6E806D-7C70-478E-AD81-A354D968E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8BF5C78-770D-4943-AC7E-84B51E93F3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203580-D894-4716-A73C-2739D8EB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F891DF-72F4-4625-81E3-D2FE0C590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CA5CB2-0566-45FE-B9CB-DABD2143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884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4EED81-AD4B-40BB-9A9A-6A088134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F0DF7E-9280-41F6-A564-CB725A1E0C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622F8E-8CCC-4568-B037-8A8992704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E286A6-7E60-4E84-94B6-69CF9B76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591BC4-D590-4DE2-A5B3-EEB0AEE17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1F09999-8882-4F0F-88C1-DA5BA602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313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256E33-AEB4-4F0D-80F3-1B5E90E24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0DBED04-4285-44CD-8B02-65C280A8C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0E5D3F-56FA-45D7-B538-4692B0A8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43ED10-1192-4E0F-B9D7-9AA52731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398B4E-1161-46A7-8C56-CE2E74CB4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4836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F489F37-C0DF-4B98-B606-59D1FA7AC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F87F61-48F2-403F-AA3D-021C37705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37677A-B2D6-4760-A9FF-A60E05CEF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ABFF11-9217-4889-8642-CE39E382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0AF9EB-EAEB-4404-AB16-BD8EC6F8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4400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595F19B-920F-483B-9A5F-D5A7F1BC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A95BB9-7923-4FAB-9564-6F606E0D2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36FAD-FFA2-4FC7-9EFA-FE92AC2EFB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F9128-F52A-48C4-AAF2-7FDB0C4AB762}" type="datetimeFigureOut">
              <a:rPr kumimoji="1" lang="ja-JP" altLang="en-US" smtClean="0"/>
              <a:t>2026/1/17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68A5D7-8BF9-4239-9FBB-E7CABA383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494FEF-8D0F-44FE-A7E6-5A4B9389C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04B6F-712E-4794-B890-A6B6BE6497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194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74B63C-7D76-435D-8FAC-2D9B430672E2}"/>
              </a:ext>
            </a:extLst>
          </p:cNvPr>
          <p:cNvSpPr txBox="1"/>
          <p:nvPr/>
        </p:nvSpPr>
        <p:spPr>
          <a:xfrm>
            <a:off x="3343275" y="2238375"/>
            <a:ext cx="64171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/>
              <a:t>数値制御バージョン</a:t>
            </a:r>
          </a:p>
        </p:txBody>
      </p:sp>
    </p:spTree>
    <p:extLst>
      <p:ext uri="{BB962C8B-B14F-4D97-AF65-F5344CB8AC3E}">
        <p14:creationId xmlns:p14="http://schemas.microsoft.com/office/powerpoint/2010/main" val="379063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E082EE-9B38-4A72-99C9-C9C7375AE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475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シリアル通信データ形式</a:t>
            </a:r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BA2E35D9-289D-4E1C-8496-B6086AC2C8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098013"/>
              </p:ext>
            </p:extLst>
          </p:nvPr>
        </p:nvGraphicFramePr>
        <p:xfrm>
          <a:off x="1329266" y="890059"/>
          <a:ext cx="9533468" cy="589332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07944">
                  <a:extLst>
                    <a:ext uri="{9D8B030D-6E8A-4147-A177-3AD203B41FA5}">
                      <a16:colId xmlns:a16="http://schemas.microsoft.com/office/drawing/2014/main" val="139812448"/>
                    </a:ext>
                  </a:extLst>
                </a:gridCol>
                <a:gridCol w="1007944">
                  <a:extLst>
                    <a:ext uri="{9D8B030D-6E8A-4147-A177-3AD203B41FA5}">
                      <a16:colId xmlns:a16="http://schemas.microsoft.com/office/drawing/2014/main" val="2117741547"/>
                    </a:ext>
                  </a:extLst>
                </a:gridCol>
                <a:gridCol w="1385923">
                  <a:extLst>
                    <a:ext uri="{9D8B030D-6E8A-4147-A177-3AD203B41FA5}">
                      <a16:colId xmlns:a16="http://schemas.microsoft.com/office/drawing/2014/main" val="35845324"/>
                    </a:ext>
                  </a:extLst>
                </a:gridCol>
                <a:gridCol w="1875894">
                  <a:extLst>
                    <a:ext uri="{9D8B030D-6E8A-4147-A177-3AD203B41FA5}">
                      <a16:colId xmlns:a16="http://schemas.microsoft.com/office/drawing/2014/main" val="715319761"/>
                    </a:ext>
                  </a:extLst>
                </a:gridCol>
                <a:gridCol w="2333203">
                  <a:extLst>
                    <a:ext uri="{9D8B030D-6E8A-4147-A177-3AD203B41FA5}">
                      <a16:colId xmlns:a16="http://schemas.microsoft.com/office/drawing/2014/main" val="90289780"/>
                    </a:ext>
                  </a:extLst>
                </a:gridCol>
                <a:gridCol w="1922560">
                  <a:extLst>
                    <a:ext uri="{9D8B030D-6E8A-4147-A177-3AD203B41FA5}">
                      <a16:colId xmlns:a16="http://schemas.microsoft.com/office/drawing/2014/main" val="1510722006"/>
                    </a:ext>
                  </a:extLst>
                </a:gridCol>
              </a:tblGrid>
              <a:tr h="189189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ja-JP" altLang="en-US" sz="1400" u="none" strike="noStrike" dirty="0">
                          <a:effectLst/>
                        </a:rPr>
                        <a:t>データ１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データ２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データ３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320463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ビット数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CCFFC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8</a:t>
                      </a:r>
                    </a:p>
                  </a:txBody>
                  <a:tcPr marL="7568" marR="7568" marT="7568" marB="0" anchor="ctr">
                    <a:solidFill>
                      <a:srgbClr val="CC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u="none" strike="noStrike" dirty="0">
                          <a:effectLst/>
                        </a:rPr>
                        <a:t>16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400" u="none" strike="noStrike" dirty="0">
                          <a:effectLst/>
                        </a:rPr>
                        <a:t>16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3597793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命令番号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方向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動作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パラメータ１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パラメータ２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6166182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1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×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>
                          <a:effectLst/>
                        </a:rPr>
                        <a:t>前進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移動距離</a:t>
                      </a:r>
                      <a:endParaRPr lang="en-US" altLang="ja-JP" sz="14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(0.5</a:t>
                      </a:r>
                      <a:r>
                        <a:rPr lang="en-US" sz="1400" u="none" strike="noStrike" dirty="0">
                          <a:effectLst/>
                        </a:rPr>
                        <a:t>m~200m)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359746084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2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>
                          <a:effectLst/>
                        </a:rPr>
                        <a:t>〇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前進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移動距離</a:t>
                      </a:r>
                      <a:endParaRPr lang="en-US" altLang="ja-JP" sz="14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(0.5</a:t>
                      </a:r>
                      <a:r>
                        <a:rPr lang="en-US" sz="1400" u="none" strike="noStrike" dirty="0">
                          <a:effectLst/>
                        </a:rPr>
                        <a:t>m~200m)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482795260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3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×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後退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移動距離</a:t>
                      </a:r>
                      <a:endParaRPr lang="en-US" altLang="ja-JP" sz="14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(0.5</a:t>
                      </a:r>
                      <a:r>
                        <a:rPr lang="en-US" sz="1400" u="none" strike="noStrike" dirty="0">
                          <a:effectLst/>
                        </a:rPr>
                        <a:t>m~200m)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790528512"/>
                  </a:ext>
                </a:extLst>
              </a:tr>
              <a:tr h="453374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4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〇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>
                          <a:effectLst/>
                        </a:rPr>
                        <a:t>後退</a:t>
                      </a:r>
                      <a:endParaRPr lang="ja-JP" alt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移動距離</a:t>
                      </a:r>
                      <a:endParaRPr lang="en-US" altLang="ja-JP" sz="1400" u="none" strike="noStrike" dirty="0">
                        <a:effectLst/>
                      </a:endParaRPr>
                    </a:p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(0.5</a:t>
                      </a:r>
                      <a:r>
                        <a:rPr lang="en-US" sz="1400" u="none" strike="noStrike" dirty="0">
                          <a:effectLst/>
                        </a:rPr>
                        <a:t>m~200m)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909125977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5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×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時計回り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旋回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回転角度</a:t>
                      </a:r>
                      <a:br>
                        <a:rPr lang="ja-JP" altLang="en-US" sz="1400" u="none" strike="noStrike" dirty="0">
                          <a:effectLst/>
                        </a:rPr>
                      </a:br>
                      <a:r>
                        <a:rPr lang="en-US" altLang="ja-JP" sz="1400" u="none" strike="noStrike" dirty="0">
                          <a:effectLst/>
                        </a:rPr>
                        <a:t>(1~360</a:t>
                      </a:r>
                      <a:r>
                        <a:rPr lang="ja-JP" altLang="en-US" sz="1400" u="none" strike="noStrike" dirty="0">
                          <a:effectLst/>
                        </a:rPr>
                        <a:t>度）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251663230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6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〇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時計回り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旋回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回転角度</a:t>
                      </a:r>
                      <a:br>
                        <a:rPr lang="ja-JP" altLang="en-US" sz="1400" u="none" strike="noStrike" dirty="0">
                          <a:effectLst/>
                        </a:rPr>
                      </a:br>
                      <a:r>
                        <a:rPr lang="en-US" altLang="ja-JP" sz="1400" u="none" strike="noStrike" dirty="0">
                          <a:effectLst/>
                        </a:rPr>
                        <a:t>(1~360</a:t>
                      </a:r>
                      <a:r>
                        <a:rPr lang="ja-JP" altLang="en-US" sz="1400" u="none" strike="noStrike" dirty="0">
                          <a:effectLst/>
                        </a:rPr>
                        <a:t>度）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2030216791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7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×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反時計回り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旋回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回転角度</a:t>
                      </a:r>
                      <a:br>
                        <a:rPr lang="ja-JP" altLang="en-US" sz="1400" u="none" strike="noStrike" dirty="0">
                          <a:effectLst/>
                        </a:rPr>
                      </a:br>
                      <a:r>
                        <a:rPr lang="en-US" altLang="ja-JP" sz="1400" u="none" strike="noStrike" dirty="0">
                          <a:effectLst/>
                        </a:rPr>
                        <a:t>(1~360</a:t>
                      </a:r>
                      <a:r>
                        <a:rPr lang="ja-JP" altLang="en-US" sz="1400" u="none" strike="noStrike" dirty="0">
                          <a:effectLst/>
                        </a:rPr>
                        <a:t>度）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973800007"/>
                  </a:ext>
                </a:extLst>
              </a:tr>
              <a:tr h="18918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8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〇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反時計回り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旋回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回転角度</a:t>
                      </a:r>
                      <a:br>
                        <a:rPr lang="ja-JP" altLang="en-US" sz="1400" u="none" strike="noStrike" dirty="0">
                          <a:effectLst/>
                        </a:rPr>
                      </a:br>
                      <a:r>
                        <a:rPr lang="en-US" altLang="ja-JP" sz="1400" u="none" strike="noStrike" dirty="0">
                          <a:effectLst/>
                        </a:rPr>
                        <a:t>(1~360</a:t>
                      </a:r>
                      <a:r>
                        <a:rPr lang="ja-JP" altLang="en-US" sz="1400" u="none" strike="noStrike" dirty="0">
                          <a:effectLst/>
                        </a:rPr>
                        <a:t>度）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　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165825300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</a:rPr>
                        <a:t>9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×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時計回り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円移動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+mn-lt"/>
                        </a:rPr>
                        <a:t>中心</a:t>
                      </a:r>
                      <a:r>
                        <a:rPr lang="zh-TW" altLang="en-US" sz="1400" u="none" strike="noStrike" dirty="0">
                          <a:effectLst/>
                          <a:latin typeface="+mn-lt"/>
                        </a:rPr>
                        <a:t>角度</a:t>
                      </a:r>
                      <a:br>
                        <a:rPr lang="zh-TW" altLang="en-US" sz="1400" u="none" strike="noStrike" dirty="0">
                          <a:effectLst/>
                        </a:rPr>
                      </a:br>
                      <a:r>
                        <a:rPr lang="en-US" altLang="zh-TW" sz="1400" u="none" strike="noStrike" dirty="0">
                          <a:effectLst/>
                        </a:rPr>
                        <a:t>(1~360</a:t>
                      </a:r>
                      <a:r>
                        <a:rPr lang="zh-TW" altLang="en-US" sz="1400" u="none" strike="noStrike" dirty="0">
                          <a:effectLst/>
                        </a:rPr>
                        <a:t>度）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>
                          <a:effectLst/>
                        </a:rPr>
                        <a:t>半径</a:t>
                      </a:r>
                      <a:br>
                        <a:rPr lang="ja-JP" altLang="en-US" sz="1400" u="none" strike="noStrike">
                          <a:effectLst/>
                        </a:rPr>
                      </a:br>
                      <a:r>
                        <a:rPr lang="en-US" altLang="ja-JP" sz="1400" u="none" strike="noStrike">
                          <a:effectLst/>
                        </a:rPr>
                        <a:t>(0.5~100</a:t>
                      </a:r>
                      <a:r>
                        <a:rPr lang="en-US" sz="1400" u="none" strike="noStrike">
                          <a:effectLst/>
                        </a:rPr>
                        <a:t>m)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72567618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 dirty="0">
                          <a:effectLst/>
                        </a:rPr>
                        <a:t>10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〇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時計回り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+mn-ea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円移動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中心</a:t>
                      </a:r>
                      <a:r>
                        <a:rPr lang="zh-TW" altLang="en-US" sz="1400" u="none" strike="noStrike" dirty="0">
                          <a:effectLst/>
                        </a:rPr>
                        <a:t>角度</a:t>
                      </a:r>
                      <a:br>
                        <a:rPr lang="zh-TW" altLang="en-US" sz="1400" u="none" strike="noStrike" dirty="0">
                          <a:effectLst/>
                        </a:rPr>
                      </a:br>
                      <a:r>
                        <a:rPr lang="en-US" altLang="zh-TW" sz="1400" u="none" strike="noStrike" dirty="0">
                          <a:effectLst/>
                        </a:rPr>
                        <a:t>(1~360</a:t>
                      </a:r>
                      <a:r>
                        <a:rPr lang="zh-TW" altLang="en-US" sz="1400" u="none" strike="noStrike" dirty="0">
                          <a:effectLst/>
                        </a:rPr>
                        <a:t>度）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半径</a:t>
                      </a:r>
                      <a:br>
                        <a:rPr lang="ja-JP" altLang="en-US" sz="1400" u="none" strike="noStrike" dirty="0">
                          <a:effectLst/>
                        </a:rPr>
                      </a:br>
                      <a:r>
                        <a:rPr lang="en-US" altLang="ja-JP" sz="1400" u="none" strike="noStrike" dirty="0">
                          <a:effectLst/>
                        </a:rPr>
                        <a:t>(0.5~100</a:t>
                      </a:r>
                      <a:r>
                        <a:rPr lang="en-US" sz="1400" u="none" strike="noStrike" dirty="0">
                          <a:effectLst/>
                        </a:rPr>
                        <a:t>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1129521533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11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</a:rPr>
                        <a:t>×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反時計回り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+mn-ea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円移動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+mn-lt"/>
                        </a:rPr>
                        <a:t>中心</a:t>
                      </a:r>
                      <a:r>
                        <a:rPr lang="zh-TW" altLang="en-US" sz="1400" u="none" strike="noStrike" dirty="0">
                          <a:effectLst/>
                          <a:latin typeface="+mn-lt"/>
                        </a:rPr>
                        <a:t>角度</a:t>
                      </a:r>
                      <a:br>
                        <a:rPr lang="zh-TW" altLang="en-US" sz="1400" u="none" strike="noStrike" dirty="0">
                          <a:effectLst/>
                        </a:rPr>
                      </a:br>
                      <a:r>
                        <a:rPr lang="en-US" altLang="zh-TW" sz="1400" u="none" strike="noStrike" dirty="0">
                          <a:effectLst/>
                        </a:rPr>
                        <a:t>(1~360</a:t>
                      </a:r>
                      <a:r>
                        <a:rPr lang="zh-TW" altLang="en-US" sz="1400" u="none" strike="noStrike" dirty="0">
                          <a:effectLst/>
                        </a:rPr>
                        <a:t>度）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>
                          <a:effectLst/>
                        </a:rPr>
                        <a:t>半径</a:t>
                      </a:r>
                      <a:br>
                        <a:rPr lang="ja-JP" altLang="en-US" sz="1400" u="none" strike="noStrike">
                          <a:effectLst/>
                        </a:rPr>
                      </a:br>
                      <a:r>
                        <a:rPr lang="en-US" altLang="ja-JP" sz="1400" u="none" strike="noStrike">
                          <a:effectLst/>
                        </a:rPr>
                        <a:t>(0.5~100</a:t>
                      </a:r>
                      <a:r>
                        <a:rPr lang="en-US" sz="1400" u="none" strike="noStrike">
                          <a:effectLst/>
                        </a:rPr>
                        <a:t>m)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845926326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ja-JP" sz="1400" u="none" strike="noStrike">
                          <a:effectLst/>
                        </a:rPr>
                        <a:t>12</a:t>
                      </a:r>
                      <a:endParaRPr lang="en-US" altLang="ja-JP" sz="14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〇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反時計回り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円移動</a:t>
                      </a:r>
                      <a:endParaRPr lang="ja-JP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中心</a:t>
                      </a:r>
                      <a:r>
                        <a:rPr lang="zh-TW" altLang="en-US" sz="1400" u="none" strike="noStrike" dirty="0">
                          <a:effectLst/>
                        </a:rPr>
                        <a:t>角度</a:t>
                      </a:r>
                      <a:br>
                        <a:rPr lang="zh-TW" altLang="en-US" sz="1400" u="none" strike="noStrike" dirty="0">
                          <a:effectLst/>
                        </a:rPr>
                      </a:br>
                      <a:r>
                        <a:rPr lang="en-US" altLang="zh-TW" sz="1400" u="none" strike="noStrike" dirty="0">
                          <a:effectLst/>
                        </a:rPr>
                        <a:t>(1~360</a:t>
                      </a:r>
                      <a:r>
                        <a:rPr lang="zh-TW" altLang="en-US" sz="1400" u="none" strike="noStrike" dirty="0">
                          <a:effectLst/>
                        </a:rPr>
                        <a:t>度）</a:t>
                      </a:r>
                      <a:endParaRPr lang="zh-TW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</a:rPr>
                        <a:t>半径</a:t>
                      </a:r>
                      <a:br>
                        <a:rPr lang="ja-JP" altLang="en-US" sz="1400" u="none" strike="noStrike" dirty="0">
                          <a:effectLst/>
                        </a:rPr>
                      </a:br>
                      <a:r>
                        <a:rPr lang="en-US" altLang="ja-JP" sz="1400" u="none" strike="noStrike" dirty="0">
                          <a:effectLst/>
                        </a:rPr>
                        <a:t>(0.5~100</a:t>
                      </a:r>
                      <a:r>
                        <a:rPr lang="en-US" sz="1400" u="none" strike="noStrike" dirty="0">
                          <a:effectLst/>
                        </a:rPr>
                        <a:t>m)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7568" marR="7568" marT="7568" marB="0" anchor="ctr"/>
                </a:tc>
                <a:extLst>
                  <a:ext uri="{0D108BD9-81ED-4DB2-BD59-A6C34878D82A}">
                    <a16:rowId xmlns:a16="http://schemas.microsoft.com/office/drawing/2014/main" val="3627453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592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738D2D-0BFC-4F34-813E-54B2A57F6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4" y="12496"/>
            <a:ext cx="8138832" cy="1325563"/>
          </a:xfrm>
        </p:spPr>
        <p:txBody>
          <a:bodyPr/>
          <a:lstStyle/>
          <a:p>
            <a:r>
              <a:rPr kumimoji="1" lang="ja-JP" altLang="en-US" dirty="0"/>
              <a:t>シリアル通信を用いた通信過程</a:t>
            </a:r>
          </a:p>
        </p:txBody>
      </p: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7FE64F25-54AB-4434-9836-1800945DB59A}"/>
              </a:ext>
            </a:extLst>
          </p:cNvPr>
          <p:cNvGrpSpPr/>
          <p:nvPr/>
        </p:nvGrpSpPr>
        <p:grpSpPr>
          <a:xfrm>
            <a:off x="9551674" y="97270"/>
            <a:ext cx="2624020" cy="902305"/>
            <a:chOff x="5146442" y="5071714"/>
            <a:chExt cx="2624020" cy="902305"/>
          </a:xfrm>
        </p:grpSpPr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ABB2034D-217B-4BA5-9E67-66956D4A0713}"/>
                </a:ext>
              </a:extLst>
            </p:cNvPr>
            <p:cNvSpPr txBox="1"/>
            <p:nvPr/>
          </p:nvSpPr>
          <p:spPr>
            <a:xfrm>
              <a:off x="5739137" y="5512354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シリアル通信</a:t>
              </a:r>
            </a:p>
          </p:txBody>
        </p: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2F98A133-8503-4661-A3C9-82CB93E4609A}"/>
                </a:ext>
              </a:extLst>
            </p:cNvPr>
            <p:cNvCxnSpPr/>
            <p:nvPr/>
          </p:nvCxnSpPr>
          <p:spPr>
            <a:xfrm>
              <a:off x="5146442" y="5243530"/>
              <a:ext cx="655398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E05C7693-90F8-4D48-8574-23CCC0410109}"/>
                </a:ext>
              </a:extLst>
            </p:cNvPr>
            <p:cNvCxnSpPr/>
            <p:nvPr/>
          </p:nvCxnSpPr>
          <p:spPr>
            <a:xfrm>
              <a:off x="5146442" y="5702550"/>
              <a:ext cx="618831" cy="0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278A24B7-82F6-4BEE-A5CE-9F58C21FD692}"/>
                </a:ext>
              </a:extLst>
            </p:cNvPr>
            <p:cNvSpPr txBox="1"/>
            <p:nvPr/>
          </p:nvSpPr>
          <p:spPr>
            <a:xfrm>
              <a:off x="5801840" y="5071714"/>
              <a:ext cx="15424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GPIO</a:t>
              </a:r>
              <a:r>
                <a:rPr lang="ja-JP" altLang="en-US" sz="2400" dirty="0"/>
                <a:t>通信</a:t>
              </a:r>
            </a:p>
          </p:txBody>
        </p:sp>
      </p:grp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8D1FFCE-4C97-4AF2-BB11-F7AF7AE50B73}"/>
              </a:ext>
            </a:extLst>
          </p:cNvPr>
          <p:cNvSpPr txBox="1"/>
          <p:nvPr/>
        </p:nvSpPr>
        <p:spPr>
          <a:xfrm>
            <a:off x="1867081" y="6213446"/>
            <a:ext cx="960010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起動状態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88C8CED-ADE3-4B3E-B582-1D09B697BEBF}"/>
              </a:ext>
            </a:extLst>
          </p:cNvPr>
          <p:cNvSpPr txBox="1"/>
          <p:nvPr/>
        </p:nvSpPr>
        <p:spPr>
          <a:xfrm>
            <a:off x="82353" y="1366693"/>
            <a:ext cx="19824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Raspberry Pi</a:t>
            </a:r>
            <a:endParaRPr lang="ja-JP" altLang="en-US" sz="20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945D6FD-1AAD-474C-8989-C37949501DB3}"/>
              </a:ext>
            </a:extLst>
          </p:cNvPr>
          <p:cNvSpPr txBox="1"/>
          <p:nvPr/>
        </p:nvSpPr>
        <p:spPr>
          <a:xfrm>
            <a:off x="265739" y="5596409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Arduino</a:t>
            </a:r>
            <a:endParaRPr lang="ja-JP" altLang="en-US" sz="2000" dirty="0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748BB88-4541-4F12-8B26-34D85AB87F7A}"/>
              </a:ext>
            </a:extLst>
          </p:cNvPr>
          <p:cNvCxnSpPr>
            <a:cxnSpLocks/>
          </p:cNvCxnSpPr>
          <p:nvPr/>
        </p:nvCxnSpPr>
        <p:spPr>
          <a:xfrm flipV="1">
            <a:off x="817333" y="5348315"/>
            <a:ext cx="10749909" cy="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4164900-BC6D-4E85-A748-62F3FFFC8110}"/>
              </a:ext>
            </a:extLst>
          </p:cNvPr>
          <p:cNvCxnSpPr>
            <a:cxnSpLocks/>
          </p:cNvCxnSpPr>
          <p:nvPr/>
        </p:nvCxnSpPr>
        <p:spPr>
          <a:xfrm flipV="1">
            <a:off x="923925" y="1872782"/>
            <a:ext cx="10749909" cy="3124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E983881F-14E5-4546-84BB-210F1200E9A1}"/>
              </a:ext>
            </a:extLst>
          </p:cNvPr>
          <p:cNvGrpSpPr/>
          <p:nvPr/>
        </p:nvGrpSpPr>
        <p:grpSpPr>
          <a:xfrm rot="5400000">
            <a:off x="864928" y="3354812"/>
            <a:ext cx="3302363" cy="580175"/>
            <a:chOff x="4327069" y="2123093"/>
            <a:chExt cx="3302363" cy="580175"/>
          </a:xfrm>
        </p:grpSpPr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D4B12A30-9789-4963-904A-A135A38396B7}"/>
                </a:ext>
              </a:extLst>
            </p:cNvPr>
            <p:cNvSpPr txBox="1"/>
            <p:nvPr/>
          </p:nvSpPr>
          <p:spPr>
            <a:xfrm rot="16200000">
              <a:off x="5895598" y="1513199"/>
              <a:ext cx="441146" cy="193899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000" dirty="0"/>
                <a:t>シ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リ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ア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ル</a:t>
              </a:r>
              <a:endParaRPr lang="en-US" altLang="ja-JP" sz="2000" dirty="0"/>
            </a:p>
            <a:p>
              <a:pPr algn="ctr"/>
              <a:r>
                <a:rPr lang="en-US" altLang="ja-JP" sz="2000" dirty="0"/>
                <a:t>O</a:t>
              </a:r>
            </a:p>
            <a:p>
              <a:pPr algn="ctr"/>
              <a:r>
                <a:rPr lang="en-US" altLang="ja-JP" sz="2000" dirty="0"/>
                <a:t>N</a:t>
              </a:r>
              <a:endParaRPr lang="ja-JP" altLang="en-US" sz="2000" dirty="0"/>
            </a:p>
          </p:txBody>
        </p: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A8B51836-A8F3-4E42-8E2D-8753E170C89D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9BE65283-6618-404F-AA33-D400FC7712EF}"/>
              </a:ext>
            </a:extLst>
          </p:cNvPr>
          <p:cNvGrpSpPr/>
          <p:nvPr/>
        </p:nvGrpSpPr>
        <p:grpSpPr>
          <a:xfrm rot="5400000">
            <a:off x="1544177" y="3344846"/>
            <a:ext cx="3423299" cy="514756"/>
            <a:chOff x="4301885" y="2600395"/>
            <a:chExt cx="3423299" cy="514756"/>
          </a:xfrm>
        </p:grpSpPr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66585875-09CA-4A89-8C5F-91436CA594F7}"/>
                </a:ext>
              </a:extLst>
            </p:cNvPr>
            <p:cNvSpPr txBox="1"/>
            <p:nvPr/>
          </p:nvSpPr>
          <p:spPr>
            <a:xfrm rot="16200000">
              <a:off x="5851596" y="1537052"/>
              <a:ext cx="514756" cy="2641441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lang="ja-JP" altLang="en-US" sz="2000" dirty="0"/>
                <a:t>データ１</a:t>
              </a:r>
              <a:r>
                <a:rPr lang="en-US" altLang="ja-JP" sz="2000" dirty="0"/>
                <a:t>~3</a:t>
              </a:r>
              <a:endParaRPr lang="ja-JP" altLang="en-US" sz="2000" dirty="0"/>
            </a:p>
          </p:txBody>
        </p: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B04B48A0-93B3-4D3C-912A-091E4C218951}"/>
                </a:ext>
              </a:extLst>
            </p:cNvPr>
            <p:cNvCxnSpPr/>
            <p:nvPr/>
          </p:nvCxnSpPr>
          <p:spPr>
            <a:xfrm>
              <a:off x="4301885" y="2634242"/>
              <a:ext cx="3423299" cy="0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0F5400E1-04FB-45C2-8269-DDF593F670C0}"/>
              </a:ext>
            </a:extLst>
          </p:cNvPr>
          <p:cNvCxnSpPr/>
          <p:nvPr/>
        </p:nvCxnSpPr>
        <p:spPr>
          <a:xfrm rot="5400000">
            <a:off x="3274238" y="3628941"/>
            <a:ext cx="330236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F1479F20-27CB-4C20-B1FF-833962046BC2}"/>
              </a:ext>
            </a:extLst>
          </p:cNvPr>
          <p:cNvGrpSpPr/>
          <p:nvPr/>
        </p:nvGrpSpPr>
        <p:grpSpPr>
          <a:xfrm rot="5400000">
            <a:off x="3910170" y="3378382"/>
            <a:ext cx="3302363" cy="464320"/>
            <a:chOff x="4327069" y="2123093"/>
            <a:chExt cx="3302363" cy="464320"/>
          </a:xfrm>
        </p:grpSpPr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E6273B18-15AA-4C9B-926D-4D66D6E0C0AA}"/>
                </a:ext>
              </a:extLst>
            </p:cNvPr>
            <p:cNvSpPr txBox="1"/>
            <p:nvPr/>
          </p:nvSpPr>
          <p:spPr>
            <a:xfrm>
              <a:off x="5060126" y="2187303"/>
              <a:ext cx="2031325" cy="400110"/>
            </a:xfrm>
            <a:prstGeom prst="rect">
              <a:avLst/>
            </a:prstGeom>
            <a:solidFill>
              <a:srgbClr val="CCFFCC"/>
            </a:solidFill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ja-JP" altLang="en-US" sz="2000" dirty="0"/>
                <a:t>動作開始</a:t>
              </a:r>
              <a:r>
                <a:rPr lang="en-US" altLang="ja-JP" sz="2000" dirty="0"/>
                <a:t>ON</a:t>
              </a:r>
              <a:endParaRPr lang="ja-JP" altLang="en-US" sz="2000" dirty="0"/>
            </a:p>
          </p:txBody>
        </p: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41B5B988-F48A-45A0-935C-B8EF8A7307AB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1B7C6EE-91D7-42CF-90CF-DE33F75FA3CD}"/>
              </a:ext>
            </a:extLst>
          </p:cNvPr>
          <p:cNvSpPr txBox="1"/>
          <p:nvPr/>
        </p:nvSpPr>
        <p:spPr>
          <a:xfrm>
            <a:off x="1964056" y="5442521"/>
            <a:ext cx="734930" cy="707886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</a:t>
            </a:r>
            <a:endParaRPr lang="en-US" altLang="ja-JP" sz="2000" dirty="0"/>
          </a:p>
          <a:p>
            <a:r>
              <a:rPr lang="ja-JP" altLang="en-US" sz="2000" dirty="0"/>
              <a:t>状態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1CC73F2F-1C73-4903-BDBA-6EDCFCDB8B1D}"/>
              </a:ext>
            </a:extLst>
          </p:cNvPr>
          <p:cNvSpPr txBox="1"/>
          <p:nvPr/>
        </p:nvSpPr>
        <p:spPr>
          <a:xfrm>
            <a:off x="5851775" y="5478169"/>
            <a:ext cx="1968989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動作状態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C110C80E-5754-4BB4-AF65-0DAFDD23EFC3}"/>
              </a:ext>
            </a:extLst>
          </p:cNvPr>
          <p:cNvGrpSpPr/>
          <p:nvPr/>
        </p:nvGrpSpPr>
        <p:grpSpPr>
          <a:xfrm rot="5400000">
            <a:off x="5116761" y="3342183"/>
            <a:ext cx="3371502" cy="468285"/>
            <a:chOff x="5039483" y="5637886"/>
            <a:chExt cx="3371502" cy="468285"/>
          </a:xfrm>
        </p:grpSpPr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4B90ADF2-BF05-4A16-849E-25257F54FAD1}"/>
                </a:ext>
              </a:extLst>
            </p:cNvPr>
            <p:cNvSpPr txBox="1"/>
            <p:nvPr/>
          </p:nvSpPr>
          <p:spPr>
            <a:xfrm>
              <a:off x="5864477" y="5757358"/>
              <a:ext cx="2031325" cy="348813"/>
            </a:xfrm>
            <a:prstGeom prst="rect">
              <a:avLst/>
            </a:prstGeom>
            <a:solidFill>
              <a:srgbClr val="00FFFF"/>
            </a:solidFill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ja-JP" altLang="en-US" sz="2000" dirty="0"/>
                <a:t>動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作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完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了</a:t>
              </a:r>
              <a:endParaRPr lang="en-US" altLang="ja-JP" sz="2000" dirty="0"/>
            </a:p>
            <a:p>
              <a:pPr algn="ctr"/>
              <a:r>
                <a:rPr lang="en-US" altLang="ja-JP" sz="2000" dirty="0"/>
                <a:t>O</a:t>
              </a:r>
            </a:p>
            <a:p>
              <a:pPr algn="ctr"/>
              <a:r>
                <a:rPr lang="en-US" altLang="ja-JP" sz="2000" dirty="0"/>
                <a:t>N</a:t>
              </a:r>
              <a:endParaRPr lang="ja-JP" altLang="en-US" sz="2000" dirty="0"/>
            </a:p>
          </p:txBody>
        </p:sp>
        <p:cxnSp>
          <p:nvCxnSpPr>
            <p:cNvPr id="86" name="直線矢印コネクタ 85">
              <a:extLst>
                <a:ext uri="{FF2B5EF4-FFF2-40B4-BE49-F238E27FC236}">
                  <a16:creationId xmlns:a16="http://schemas.microsoft.com/office/drawing/2014/main" id="{6F490EC2-EF5F-4C4A-BEEB-CCA008059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483" y="5637886"/>
              <a:ext cx="3371502" cy="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12E24A3C-24E1-4155-A0C1-F59082859D6B}"/>
              </a:ext>
            </a:extLst>
          </p:cNvPr>
          <p:cNvCxnSpPr/>
          <p:nvPr/>
        </p:nvCxnSpPr>
        <p:spPr>
          <a:xfrm rot="5400000">
            <a:off x="6169583" y="3641529"/>
            <a:ext cx="330236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7D7AA52D-5535-4AD2-94FA-2F1E71C9AD03}"/>
              </a:ext>
            </a:extLst>
          </p:cNvPr>
          <p:cNvSpPr txBox="1"/>
          <p:nvPr/>
        </p:nvSpPr>
        <p:spPr>
          <a:xfrm>
            <a:off x="5848877" y="1260882"/>
            <a:ext cx="2587572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動作完了待ち状態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01FA76C6-3F85-49D2-8946-490CEB701F2A}"/>
              </a:ext>
            </a:extLst>
          </p:cNvPr>
          <p:cNvSpPr txBox="1"/>
          <p:nvPr/>
        </p:nvSpPr>
        <p:spPr>
          <a:xfrm>
            <a:off x="2823615" y="1299359"/>
            <a:ext cx="2041692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命令送信状態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72B9B9CD-0F03-41DD-A534-63C36AEA02CE}"/>
              </a:ext>
            </a:extLst>
          </p:cNvPr>
          <p:cNvSpPr txBox="1"/>
          <p:nvPr/>
        </p:nvSpPr>
        <p:spPr>
          <a:xfrm>
            <a:off x="2844111" y="5478169"/>
            <a:ext cx="2119223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命令受信状態</a:t>
            </a:r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2DC48E6D-D041-4F40-8A51-F676E1C4E66A}"/>
              </a:ext>
            </a:extLst>
          </p:cNvPr>
          <p:cNvGrpSpPr/>
          <p:nvPr/>
        </p:nvGrpSpPr>
        <p:grpSpPr>
          <a:xfrm rot="5400000">
            <a:off x="-81017" y="3355781"/>
            <a:ext cx="3302363" cy="593832"/>
            <a:chOff x="4327069" y="2123093"/>
            <a:chExt cx="3302363" cy="593832"/>
          </a:xfrm>
        </p:grpSpPr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F15B50B6-A150-4FFE-9DD9-89891B5907BA}"/>
                </a:ext>
              </a:extLst>
            </p:cNvPr>
            <p:cNvSpPr txBox="1"/>
            <p:nvPr/>
          </p:nvSpPr>
          <p:spPr>
            <a:xfrm rot="16200000">
              <a:off x="5799729" y="1869188"/>
              <a:ext cx="372035" cy="132343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vert="horz" wrap="square" rtlCol="0">
              <a:spAutoFit/>
            </a:bodyPr>
            <a:lstStyle/>
            <a:p>
              <a:pPr algn="r"/>
              <a:r>
                <a:rPr lang="ja-JP" altLang="en-US" sz="2000" dirty="0"/>
                <a:t>電</a:t>
              </a:r>
              <a:endParaRPr lang="en-US" altLang="ja-JP" sz="2000" dirty="0"/>
            </a:p>
            <a:p>
              <a:pPr algn="r"/>
              <a:r>
                <a:rPr lang="ja-JP" altLang="en-US" sz="2000" dirty="0"/>
                <a:t>源</a:t>
              </a:r>
              <a:endParaRPr lang="en-US" altLang="ja-JP" sz="2000" dirty="0"/>
            </a:p>
            <a:p>
              <a:pPr algn="r"/>
              <a:r>
                <a:rPr lang="en-US" altLang="ja-JP" sz="2000" dirty="0"/>
                <a:t>O</a:t>
              </a:r>
            </a:p>
            <a:p>
              <a:pPr algn="r"/>
              <a:r>
                <a:rPr lang="en-US" altLang="ja-JP" sz="2000" dirty="0"/>
                <a:t>N</a:t>
              </a:r>
              <a:endParaRPr lang="ja-JP" altLang="en-US" sz="2000" dirty="0"/>
            </a:p>
          </p:txBody>
        </p: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36F3C7B6-4FD5-452D-8C14-5375DB7F56D0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C962252A-AC73-4D95-8C8A-56696F2432B7}"/>
              </a:ext>
            </a:extLst>
          </p:cNvPr>
          <p:cNvGrpSpPr/>
          <p:nvPr/>
        </p:nvGrpSpPr>
        <p:grpSpPr>
          <a:xfrm rot="16200000">
            <a:off x="2209834" y="3327054"/>
            <a:ext cx="3423299" cy="514756"/>
            <a:chOff x="4301885" y="2149870"/>
            <a:chExt cx="3423299" cy="514756"/>
          </a:xfrm>
        </p:grpSpPr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E8FB78DC-1E1E-4467-9CBF-2D9348B3067A}"/>
                </a:ext>
              </a:extLst>
            </p:cNvPr>
            <p:cNvSpPr txBox="1"/>
            <p:nvPr/>
          </p:nvSpPr>
          <p:spPr>
            <a:xfrm rot="5400000">
              <a:off x="5655111" y="1086527"/>
              <a:ext cx="514756" cy="2641441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lang="ja-JP" altLang="en-US" sz="2000" dirty="0"/>
                <a:t>データ１</a:t>
              </a:r>
              <a:r>
                <a:rPr lang="en-US" altLang="ja-JP" sz="2000" dirty="0"/>
                <a:t>~3</a:t>
              </a:r>
              <a:endParaRPr lang="ja-JP" altLang="en-US" sz="2000" dirty="0"/>
            </a:p>
          </p:txBody>
        </p: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E567BE1B-9FE5-405A-93B2-A9FEC6FE4FAE}"/>
                </a:ext>
              </a:extLst>
            </p:cNvPr>
            <p:cNvCxnSpPr/>
            <p:nvPr/>
          </p:nvCxnSpPr>
          <p:spPr>
            <a:xfrm>
              <a:off x="4301885" y="2634242"/>
              <a:ext cx="3423299" cy="0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0C861223-4446-44F2-9421-0B08F3DC0AC8}"/>
              </a:ext>
            </a:extLst>
          </p:cNvPr>
          <p:cNvSpPr txBox="1"/>
          <p:nvPr/>
        </p:nvSpPr>
        <p:spPr>
          <a:xfrm>
            <a:off x="4406834" y="2642382"/>
            <a:ext cx="441146" cy="224676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2000" dirty="0"/>
              <a:t>シ</a:t>
            </a:r>
            <a:endParaRPr lang="en-US" altLang="ja-JP" sz="2000" dirty="0"/>
          </a:p>
          <a:p>
            <a:pPr algn="ctr"/>
            <a:r>
              <a:rPr lang="ja-JP" altLang="en-US" sz="2000" dirty="0"/>
              <a:t>リ</a:t>
            </a:r>
            <a:endParaRPr lang="en-US" altLang="ja-JP" sz="2000" dirty="0"/>
          </a:p>
          <a:p>
            <a:pPr algn="ctr"/>
            <a:r>
              <a:rPr lang="ja-JP" altLang="en-US" sz="2000" dirty="0"/>
              <a:t>ア</a:t>
            </a:r>
            <a:endParaRPr lang="en-US" altLang="ja-JP" sz="2000" dirty="0"/>
          </a:p>
          <a:p>
            <a:pPr algn="ctr"/>
            <a:r>
              <a:rPr lang="ja-JP" altLang="en-US" sz="2000" dirty="0"/>
              <a:t>ル</a:t>
            </a:r>
            <a:endParaRPr lang="en-US" altLang="ja-JP" sz="2000" dirty="0"/>
          </a:p>
          <a:p>
            <a:pPr algn="ctr"/>
            <a:r>
              <a:rPr lang="en-US" altLang="ja-JP" sz="2000" dirty="0"/>
              <a:t>O</a:t>
            </a:r>
          </a:p>
          <a:p>
            <a:pPr algn="ctr"/>
            <a:r>
              <a:rPr lang="en-US" altLang="ja-JP" sz="2000" dirty="0"/>
              <a:t>F</a:t>
            </a:r>
          </a:p>
          <a:p>
            <a:pPr algn="ctr"/>
            <a:r>
              <a:rPr lang="en-US" altLang="ja-JP" sz="2000" dirty="0"/>
              <a:t>F</a:t>
            </a:r>
            <a:endParaRPr lang="ja-JP" altLang="en-US" sz="2000" dirty="0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B09BA4D5-E5AE-42BB-84F0-ED4B08395C53}"/>
              </a:ext>
            </a:extLst>
          </p:cNvPr>
          <p:cNvSpPr txBox="1"/>
          <p:nvPr/>
        </p:nvSpPr>
        <p:spPr>
          <a:xfrm>
            <a:off x="5047819" y="5442521"/>
            <a:ext cx="734929" cy="707886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</a:t>
            </a:r>
            <a:endParaRPr lang="en-US" altLang="ja-JP" sz="2000" dirty="0"/>
          </a:p>
          <a:p>
            <a:r>
              <a:rPr lang="ja-JP" altLang="en-US" sz="2000" dirty="0"/>
              <a:t>状態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74982ED3-A365-450D-9D43-40B2294A0ED8}"/>
              </a:ext>
            </a:extLst>
          </p:cNvPr>
          <p:cNvSpPr txBox="1"/>
          <p:nvPr/>
        </p:nvSpPr>
        <p:spPr>
          <a:xfrm rot="5400000">
            <a:off x="6381074" y="3508026"/>
            <a:ext cx="2339102" cy="400110"/>
          </a:xfrm>
          <a:prstGeom prst="rect">
            <a:avLst/>
          </a:prstGeom>
          <a:solidFill>
            <a:srgbClr val="CCFFCC"/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ja-JP" altLang="en-US" sz="2000" dirty="0"/>
              <a:t>動作開始</a:t>
            </a:r>
            <a:r>
              <a:rPr lang="en-US" altLang="ja-JP" sz="2000" dirty="0"/>
              <a:t>OF</a:t>
            </a:r>
          </a:p>
          <a:p>
            <a:pPr algn="ctr"/>
            <a:r>
              <a:rPr lang="en-US" altLang="ja-JP" sz="2000" dirty="0"/>
              <a:t>F</a:t>
            </a:r>
            <a:endParaRPr lang="ja-JP" altLang="en-US" sz="2000" dirty="0"/>
          </a:p>
        </p:txBody>
      </p:sp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1C4B99D5-744F-40B0-B2D2-CB8371BA654E}"/>
              </a:ext>
            </a:extLst>
          </p:cNvPr>
          <p:cNvGrpSpPr/>
          <p:nvPr/>
        </p:nvGrpSpPr>
        <p:grpSpPr>
          <a:xfrm rot="5400000">
            <a:off x="6636026" y="3350293"/>
            <a:ext cx="3371502" cy="468283"/>
            <a:chOff x="5039483" y="5637886"/>
            <a:chExt cx="3371502" cy="468283"/>
          </a:xfrm>
        </p:grpSpPr>
        <p:sp>
          <p:nvSpPr>
            <p:cNvPr id="76" name="テキスト ボックス 75">
              <a:extLst>
                <a:ext uri="{FF2B5EF4-FFF2-40B4-BE49-F238E27FC236}">
                  <a16:creationId xmlns:a16="http://schemas.microsoft.com/office/drawing/2014/main" id="{3CB45476-D286-4238-9130-95EFB7BA529C}"/>
                </a:ext>
              </a:extLst>
            </p:cNvPr>
            <p:cNvSpPr txBox="1"/>
            <p:nvPr/>
          </p:nvSpPr>
          <p:spPr>
            <a:xfrm>
              <a:off x="5710593" y="5757356"/>
              <a:ext cx="2339102" cy="348813"/>
            </a:xfrm>
            <a:prstGeom prst="rect">
              <a:avLst/>
            </a:prstGeom>
            <a:solidFill>
              <a:srgbClr val="00FFFF"/>
            </a:solidFill>
          </p:spPr>
          <p:txBody>
            <a:bodyPr vert="vert270" wrap="none" rtlCol="0">
              <a:spAutoFit/>
            </a:bodyPr>
            <a:lstStyle/>
            <a:p>
              <a:pPr algn="ctr"/>
              <a:r>
                <a:rPr lang="ja-JP" altLang="en-US" sz="2000" dirty="0"/>
                <a:t>動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作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完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了</a:t>
              </a:r>
              <a:endParaRPr lang="en-US" altLang="ja-JP" sz="2000" dirty="0"/>
            </a:p>
            <a:p>
              <a:pPr algn="ctr"/>
              <a:r>
                <a:rPr lang="en-US" altLang="ja-JP" sz="2000" dirty="0"/>
                <a:t>O</a:t>
              </a:r>
            </a:p>
            <a:p>
              <a:pPr algn="ctr"/>
              <a:r>
                <a:rPr lang="en-US" altLang="ja-JP" sz="2000" dirty="0"/>
                <a:t>F</a:t>
              </a:r>
            </a:p>
            <a:p>
              <a:pPr algn="ctr"/>
              <a:r>
                <a:rPr lang="en-US" altLang="ja-JP" sz="2000" dirty="0"/>
                <a:t>F</a:t>
              </a:r>
              <a:endParaRPr lang="ja-JP" altLang="en-US" sz="2000" dirty="0"/>
            </a:p>
          </p:txBody>
        </p:sp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id="{BEBE2EDE-4846-4B2C-B8C4-E025239F89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483" y="5637886"/>
              <a:ext cx="3371502" cy="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D07540FB-FD74-4026-BA8F-7028F1F65122}"/>
              </a:ext>
            </a:extLst>
          </p:cNvPr>
          <p:cNvSpPr txBox="1"/>
          <p:nvPr/>
        </p:nvSpPr>
        <p:spPr>
          <a:xfrm>
            <a:off x="7894577" y="5461878"/>
            <a:ext cx="734929" cy="707886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</a:t>
            </a:r>
            <a:endParaRPr lang="en-US" altLang="ja-JP" sz="2000" dirty="0"/>
          </a:p>
          <a:p>
            <a:r>
              <a:rPr lang="ja-JP" altLang="en-US" sz="2000" dirty="0"/>
              <a:t>状態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DBAE0909-29CA-46D7-BD11-2D39F97D8F48}"/>
              </a:ext>
            </a:extLst>
          </p:cNvPr>
          <p:cNvSpPr txBox="1"/>
          <p:nvPr/>
        </p:nvSpPr>
        <p:spPr>
          <a:xfrm>
            <a:off x="1964056" y="5450763"/>
            <a:ext cx="734930" cy="707886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</a:t>
            </a:r>
            <a:endParaRPr lang="en-US" altLang="ja-JP" sz="2000" dirty="0"/>
          </a:p>
          <a:p>
            <a:r>
              <a:rPr lang="ja-JP" altLang="en-US" sz="2000" dirty="0"/>
              <a:t>状態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7C4869D-F6D3-4EE4-B496-72CAF830BEB7}"/>
              </a:ext>
            </a:extLst>
          </p:cNvPr>
          <p:cNvSpPr txBox="1"/>
          <p:nvPr/>
        </p:nvSpPr>
        <p:spPr>
          <a:xfrm>
            <a:off x="5047819" y="5450763"/>
            <a:ext cx="734929" cy="707886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</a:t>
            </a:r>
            <a:endParaRPr lang="en-US" altLang="ja-JP" sz="2000" dirty="0"/>
          </a:p>
          <a:p>
            <a:r>
              <a:rPr lang="ja-JP" altLang="en-US" sz="2000" dirty="0"/>
              <a:t>状態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E7D03C95-A75C-4DA1-BAB5-BC48D86A4AB3}"/>
              </a:ext>
            </a:extLst>
          </p:cNvPr>
          <p:cNvSpPr txBox="1"/>
          <p:nvPr/>
        </p:nvSpPr>
        <p:spPr>
          <a:xfrm>
            <a:off x="7894577" y="5470120"/>
            <a:ext cx="1514910" cy="707886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待機</a:t>
            </a:r>
            <a:endParaRPr lang="en-US" altLang="ja-JP" sz="2000" dirty="0"/>
          </a:p>
          <a:p>
            <a:pPr algn="ctr"/>
            <a:r>
              <a:rPr lang="ja-JP" altLang="en-US" sz="2000" dirty="0"/>
              <a:t>状態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D171F2C-D3FD-44BB-96DF-8FDB7D397CF6}"/>
              </a:ext>
            </a:extLst>
          </p:cNvPr>
          <p:cNvSpPr txBox="1"/>
          <p:nvPr/>
        </p:nvSpPr>
        <p:spPr>
          <a:xfrm>
            <a:off x="1938084" y="1069473"/>
            <a:ext cx="734930" cy="707886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</a:t>
            </a:r>
            <a:endParaRPr lang="en-US" altLang="ja-JP" sz="2000" dirty="0"/>
          </a:p>
          <a:p>
            <a:r>
              <a:rPr lang="ja-JP" altLang="en-US" sz="2000" dirty="0"/>
              <a:t>状態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B1EB5A4C-FF5B-4A8E-815D-8F4538B2C42A}"/>
              </a:ext>
            </a:extLst>
          </p:cNvPr>
          <p:cNvSpPr txBox="1"/>
          <p:nvPr/>
        </p:nvSpPr>
        <p:spPr>
          <a:xfrm>
            <a:off x="5021351" y="1058917"/>
            <a:ext cx="734930" cy="707886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</a:t>
            </a:r>
            <a:endParaRPr lang="en-US" altLang="ja-JP" sz="2000" dirty="0"/>
          </a:p>
          <a:p>
            <a:r>
              <a:rPr lang="ja-JP" altLang="en-US" sz="2000" dirty="0"/>
              <a:t>状態</a:t>
            </a:r>
          </a:p>
        </p:txBody>
      </p: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DB37D018-A7E9-4C41-893D-338C6BADA2E7}"/>
              </a:ext>
            </a:extLst>
          </p:cNvPr>
          <p:cNvSpPr txBox="1"/>
          <p:nvPr/>
        </p:nvSpPr>
        <p:spPr>
          <a:xfrm>
            <a:off x="8529045" y="1003738"/>
            <a:ext cx="734930" cy="707886"/>
          </a:xfrm>
          <a:prstGeom prst="rect">
            <a:avLst/>
          </a:prstGeom>
          <a:solidFill>
            <a:srgbClr val="FFE699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</a:t>
            </a:r>
            <a:endParaRPr lang="en-US" altLang="ja-JP" sz="2000" dirty="0"/>
          </a:p>
          <a:p>
            <a:r>
              <a:rPr lang="ja-JP" altLang="en-US" sz="2000" dirty="0"/>
              <a:t>状態</a:t>
            </a:r>
          </a:p>
        </p:txBody>
      </p:sp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6F409DB2-6057-4317-BB78-7DD1B9223B4B}"/>
              </a:ext>
            </a:extLst>
          </p:cNvPr>
          <p:cNvGrpSpPr/>
          <p:nvPr/>
        </p:nvGrpSpPr>
        <p:grpSpPr>
          <a:xfrm rot="5400000">
            <a:off x="7468221" y="3242224"/>
            <a:ext cx="3302363" cy="580175"/>
            <a:chOff x="4327069" y="2123093"/>
            <a:chExt cx="3302363" cy="580175"/>
          </a:xfrm>
        </p:grpSpPr>
        <p:sp>
          <p:nvSpPr>
            <p:cNvPr id="107" name="テキスト ボックス 106">
              <a:extLst>
                <a:ext uri="{FF2B5EF4-FFF2-40B4-BE49-F238E27FC236}">
                  <a16:creationId xmlns:a16="http://schemas.microsoft.com/office/drawing/2014/main" id="{713F3949-BF35-456F-AF0D-8E270DA1C169}"/>
                </a:ext>
              </a:extLst>
            </p:cNvPr>
            <p:cNvSpPr txBox="1"/>
            <p:nvPr/>
          </p:nvSpPr>
          <p:spPr>
            <a:xfrm rot="16200000">
              <a:off x="5895598" y="1513199"/>
              <a:ext cx="441146" cy="1938992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ja-JP" altLang="en-US" sz="2000" dirty="0"/>
                <a:t>シ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リ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ア</a:t>
              </a:r>
              <a:endParaRPr lang="en-US" altLang="ja-JP" sz="2000" dirty="0"/>
            </a:p>
            <a:p>
              <a:pPr algn="ctr"/>
              <a:r>
                <a:rPr lang="ja-JP" altLang="en-US" sz="2000" dirty="0"/>
                <a:t>ル</a:t>
              </a:r>
              <a:endParaRPr lang="en-US" altLang="ja-JP" sz="2000" dirty="0"/>
            </a:p>
            <a:p>
              <a:pPr algn="ctr"/>
              <a:r>
                <a:rPr lang="en-US" altLang="ja-JP" sz="2000" dirty="0"/>
                <a:t>O</a:t>
              </a:r>
            </a:p>
            <a:p>
              <a:pPr algn="ctr"/>
              <a:r>
                <a:rPr lang="en-US" altLang="ja-JP" sz="2000" dirty="0"/>
                <a:t>N</a:t>
              </a:r>
              <a:endParaRPr lang="ja-JP" altLang="en-US" sz="2000" dirty="0"/>
            </a:p>
          </p:txBody>
        </p:sp>
        <p:cxnSp>
          <p:nvCxnSpPr>
            <p:cNvPr id="108" name="直線矢印コネクタ 107">
              <a:extLst>
                <a:ext uri="{FF2B5EF4-FFF2-40B4-BE49-F238E27FC236}">
                  <a16:creationId xmlns:a16="http://schemas.microsoft.com/office/drawing/2014/main" id="{68AA14ED-47F1-4593-BC9A-637C182EBDB7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グループ化 108">
            <a:extLst>
              <a:ext uri="{FF2B5EF4-FFF2-40B4-BE49-F238E27FC236}">
                <a16:creationId xmlns:a16="http://schemas.microsoft.com/office/drawing/2014/main" id="{5BC32297-C435-444C-BCA3-94C05CEC5DAF}"/>
              </a:ext>
            </a:extLst>
          </p:cNvPr>
          <p:cNvGrpSpPr/>
          <p:nvPr/>
        </p:nvGrpSpPr>
        <p:grpSpPr>
          <a:xfrm rot="5400000">
            <a:off x="9509418" y="3260645"/>
            <a:ext cx="3302363" cy="593831"/>
            <a:chOff x="4327069" y="2123093"/>
            <a:chExt cx="3302363" cy="593831"/>
          </a:xfrm>
        </p:grpSpPr>
        <p:sp>
          <p:nvSpPr>
            <p:cNvPr id="110" name="テキスト ボックス 109">
              <a:extLst>
                <a:ext uri="{FF2B5EF4-FFF2-40B4-BE49-F238E27FC236}">
                  <a16:creationId xmlns:a16="http://schemas.microsoft.com/office/drawing/2014/main" id="{211A338E-35BA-47A4-BF60-A754A9F2D149}"/>
                </a:ext>
              </a:extLst>
            </p:cNvPr>
            <p:cNvSpPr txBox="1"/>
            <p:nvPr/>
          </p:nvSpPr>
          <p:spPr>
            <a:xfrm rot="16200000">
              <a:off x="5953618" y="1715299"/>
              <a:ext cx="372035" cy="16312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txBody>
            <a:bodyPr vert="horz" wrap="square" rtlCol="0">
              <a:spAutoFit/>
            </a:bodyPr>
            <a:lstStyle/>
            <a:p>
              <a:pPr algn="r"/>
              <a:r>
                <a:rPr lang="ja-JP" altLang="en-US" sz="2000" dirty="0"/>
                <a:t>電</a:t>
              </a:r>
              <a:endParaRPr lang="en-US" altLang="ja-JP" sz="2000" dirty="0"/>
            </a:p>
            <a:p>
              <a:pPr algn="r"/>
              <a:r>
                <a:rPr lang="ja-JP" altLang="en-US" sz="2000" dirty="0"/>
                <a:t>源</a:t>
              </a:r>
              <a:endParaRPr lang="en-US" altLang="ja-JP" sz="2000" dirty="0"/>
            </a:p>
            <a:p>
              <a:pPr algn="r"/>
              <a:r>
                <a:rPr lang="en-US" altLang="ja-JP" sz="2000" dirty="0"/>
                <a:t>O</a:t>
              </a:r>
            </a:p>
            <a:p>
              <a:pPr algn="r"/>
              <a:r>
                <a:rPr lang="en-US" altLang="ja-JP" sz="2000" dirty="0"/>
                <a:t>FF</a:t>
              </a:r>
              <a:endParaRPr lang="ja-JP" altLang="en-US" sz="2000" dirty="0"/>
            </a:p>
          </p:txBody>
        </p:sp>
        <p:cxnSp>
          <p:nvCxnSpPr>
            <p:cNvPr id="111" name="直線矢印コネクタ 110">
              <a:extLst>
                <a:ext uri="{FF2B5EF4-FFF2-40B4-BE49-F238E27FC236}">
                  <a16:creationId xmlns:a16="http://schemas.microsoft.com/office/drawing/2014/main" id="{8B0C0B68-DAAD-41EB-8FAC-3592A2D79786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2F4C5E90-213E-46E4-909B-905742111559}"/>
              </a:ext>
            </a:extLst>
          </p:cNvPr>
          <p:cNvSpPr txBox="1"/>
          <p:nvPr/>
        </p:nvSpPr>
        <p:spPr>
          <a:xfrm>
            <a:off x="9554612" y="5442521"/>
            <a:ext cx="1318744" cy="707886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命令受信状態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D0EAC2C-591F-4C56-891F-8370E6B0A933}"/>
              </a:ext>
            </a:extLst>
          </p:cNvPr>
          <p:cNvSpPr txBox="1"/>
          <p:nvPr/>
        </p:nvSpPr>
        <p:spPr>
          <a:xfrm>
            <a:off x="9468705" y="1023306"/>
            <a:ext cx="1308927" cy="707886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/>
              <a:t>命令送信</a:t>
            </a:r>
            <a:endParaRPr lang="en-US" altLang="ja-JP" sz="2000" dirty="0"/>
          </a:p>
          <a:p>
            <a:pPr algn="ctr"/>
            <a:r>
              <a:rPr lang="ja-JP" altLang="en-US" sz="2000" dirty="0"/>
              <a:t>状態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7934984-87E4-461C-BF96-0E30791C9DB6}"/>
              </a:ext>
            </a:extLst>
          </p:cNvPr>
          <p:cNvSpPr txBox="1"/>
          <p:nvPr/>
        </p:nvSpPr>
        <p:spPr>
          <a:xfrm>
            <a:off x="9830280" y="344647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…</a:t>
            </a:r>
            <a:endParaRPr kumimoji="1" lang="ja-JP" altLang="en-US" sz="2800" dirty="0"/>
          </a:p>
        </p:txBody>
      </p:sp>
      <p:sp>
        <p:nvSpPr>
          <p:cNvPr id="114" name="テキスト ボックス 113">
            <a:extLst>
              <a:ext uri="{FF2B5EF4-FFF2-40B4-BE49-F238E27FC236}">
                <a16:creationId xmlns:a16="http://schemas.microsoft.com/office/drawing/2014/main" id="{2ADB49C4-5B80-4F3C-8AEF-5A2BF18B0E91}"/>
              </a:ext>
            </a:extLst>
          </p:cNvPr>
          <p:cNvSpPr txBox="1"/>
          <p:nvPr/>
        </p:nvSpPr>
        <p:spPr>
          <a:xfrm>
            <a:off x="10905545" y="553368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…</a:t>
            </a:r>
            <a:endParaRPr kumimoji="1" lang="ja-JP" altLang="en-US" sz="2800" dirty="0"/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6A6D0770-A923-4D94-B5AF-26C2EEFA7F30}"/>
              </a:ext>
            </a:extLst>
          </p:cNvPr>
          <p:cNvSpPr txBox="1"/>
          <p:nvPr/>
        </p:nvSpPr>
        <p:spPr>
          <a:xfrm>
            <a:off x="10863684" y="118840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…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6010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第17回 GPIOの電源ピン | ツール・ラボ">
            <a:extLst>
              <a:ext uri="{FF2B5EF4-FFF2-40B4-BE49-F238E27FC236}">
                <a16:creationId xmlns:a16="http://schemas.microsoft.com/office/drawing/2014/main" id="{86CA1D73-707D-43A7-A2E3-1DF46B20F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52" y="2933078"/>
            <a:ext cx="3777718" cy="372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4E936C-3AF5-42BC-A931-05053294831D}"/>
              </a:ext>
            </a:extLst>
          </p:cNvPr>
          <p:cNvSpPr txBox="1"/>
          <p:nvPr/>
        </p:nvSpPr>
        <p:spPr>
          <a:xfrm>
            <a:off x="5336126" y="5428137"/>
            <a:ext cx="2803973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/>
              <a:t>㉓　</a:t>
            </a:r>
            <a:r>
              <a:rPr lang="en-US" altLang="ja-JP" dirty="0"/>
              <a:t>SPI_CLK  </a:t>
            </a:r>
            <a:r>
              <a:rPr kumimoji="1" lang="ja-JP" altLang="en-US" dirty="0"/>
              <a:t>→  </a:t>
            </a:r>
            <a:r>
              <a:rPr kumimoji="1" lang="en-US" altLang="ja-JP" dirty="0"/>
              <a:t>due(3)</a:t>
            </a:r>
            <a:endParaRPr lang="en-US" altLang="ja-JP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CDAB48C-C282-419F-A056-76F988B7151B}"/>
              </a:ext>
            </a:extLst>
          </p:cNvPr>
          <p:cNvSpPr txBox="1"/>
          <p:nvPr/>
        </p:nvSpPr>
        <p:spPr>
          <a:xfrm>
            <a:off x="8281098" y="5428137"/>
            <a:ext cx="3134191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/>
              <a:t>㉔</a:t>
            </a:r>
            <a:r>
              <a:rPr kumimoji="1" lang="en-US" altLang="ja-JP" dirty="0"/>
              <a:t>   SPI_CE0      </a:t>
            </a:r>
            <a:r>
              <a:rPr kumimoji="1" lang="ja-JP" altLang="en-US" dirty="0"/>
              <a:t>→  </a:t>
            </a:r>
            <a:r>
              <a:rPr kumimoji="1" lang="en-US" altLang="ja-JP" dirty="0"/>
              <a:t>due(10)</a:t>
            </a:r>
            <a:endParaRPr lang="en-US" altLang="ja-JP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F4BA366-153D-4AA0-993E-76F1A595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92" y="317365"/>
            <a:ext cx="4668308" cy="245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D7890B6E-E423-44E3-B07A-CF976D14D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5625" y="431765"/>
            <a:ext cx="5661025" cy="278328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8868A7-08BC-4715-9018-0B7A8F667DD3}"/>
              </a:ext>
            </a:extLst>
          </p:cNvPr>
          <p:cNvSpPr txBox="1"/>
          <p:nvPr/>
        </p:nvSpPr>
        <p:spPr>
          <a:xfrm>
            <a:off x="8281098" y="4465624"/>
            <a:ext cx="1108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⑳</a:t>
            </a:r>
            <a:r>
              <a:rPr kumimoji="1" lang="en-US" altLang="ja-JP" dirty="0"/>
              <a:t>  GND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B56FA41-EEBC-4E18-ADA6-5C7E679FBC4F}"/>
              </a:ext>
            </a:extLst>
          </p:cNvPr>
          <p:cNvSpPr txBox="1"/>
          <p:nvPr/>
        </p:nvSpPr>
        <p:spPr>
          <a:xfrm>
            <a:off x="8281098" y="4911988"/>
            <a:ext cx="3134191" cy="369332"/>
          </a:xfrm>
          <a:prstGeom prst="rect">
            <a:avLst/>
          </a:prstGeom>
          <a:noFill/>
          <a:ln w="19050"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/>
              <a:t>㉒</a:t>
            </a:r>
            <a:r>
              <a:rPr kumimoji="1" lang="en-US" altLang="ja-JP" dirty="0"/>
              <a:t>  </a:t>
            </a:r>
            <a:r>
              <a:rPr kumimoji="1" lang="ja-JP" altLang="en-US" dirty="0"/>
              <a:t>シリアル　 →  </a:t>
            </a:r>
            <a:r>
              <a:rPr kumimoji="1" lang="en-US" altLang="ja-JP" dirty="0"/>
              <a:t>due(30)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3B126A0-711E-40F2-BB25-823B5C5EEFAC}"/>
              </a:ext>
            </a:extLst>
          </p:cNvPr>
          <p:cNvSpPr txBox="1"/>
          <p:nvPr/>
        </p:nvSpPr>
        <p:spPr>
          <a:xfrm>
            <a:off x="5336126" y="3642948"/>
            <a:ext cx="2840842" cy="369332"/>
          </a:xfrm>
          <a:prstGeom prst="rect">
            <a:avLst/>
          </a:prstGeom>
          <a:noFill/>
          <a:ln w="19050">
            <a:solidFill>
              <a:srgbClr val="CC9900"/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/>
              <a:t>⑮</a:t>
            </a:r>
            <a:r>
              <a:rPr kumimoji="1" lang="en-US" altLang="ja-JP" dirty="0"/>
              <a:t>  </a:t>
            </a:r>
            <a:r>
              <a:rPr kumimoji="1" lang="ja-JP" altLang="en-US" dirty="0"/>
              <a:t>電源 →  </a:t>
            </a:r>
            <a:r>
              <a:rPr kumimoji="1" lang="en-US" altLang="ja-JP" dirty="0"/>
              <a:t>due(22)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1DCFE3A-43C7-44D4-ADDA-E4445EE1C4E9}"/>
              </a:ext>
            </a:extLst>
          </p:cNvPr>
          <p:cNvSpPr txBox="1"/>
          <p:nvPr/>
        </p:nvSpPr>
        <p:spPr>
          <a:xfrm>
            <a:off x="5336126" y="4931865"/>
            <a:ext cx="2840842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/>
              <a:t>㉑</a:t>
            </a:r>
            <a:r>
              <a:rPr kumimoji="1" lang="en-US" altLang="ja-JP" dirty="0"/>
              <a:t>   SPI_MISO</a:t>
            </a:r>
            <a:r>
              <a:rPr kumimoji="1" lang="ja-JP" altLang="en-US" dirty="0"/>
              <a:t> →  </a:t>
            </a:r>
            <a:r>
              <a:rPr kumimoji="1" lang="en-US" altLang="ja-JP" dirty="0"/>
              <a:t>due(1)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793ADB2-2222-4279-B96F-E444CE58DB20}"/>
              </a:ext>
            </a:extLst>
          </p:cNvPr>
          <p:cNvSpPr txBox="1"/>
          <p:nvPr/>
        </p:nvSpPr>
        <p:spPr>
          <a:xfrm>
            <a:off x="5336126" y="4484448"/>
            <a:ext cx="2840842" cy="369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dirty="0"/>
              <a:t>⑲</a:t>
            </a:r>
            <a:r>
              <a:rPr kumimoji="1" lang="en-US" altLang="ja-JP" dirty="0"/>
              <a:t>   SPI_MOSI</a:t>
            </a:r>
            <a:r>
              <a:rPr kumimoji="1" lang="ja-JP" altLang="en-US" dirty="0"/>
              <a:t> →  </a:t>
            </a:r>
            <a:r>
              <a:rPr kumimoji="1" lang="en-US" altLang="ja-JP" dirty="0"/>
              <a:t>due(4)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EC09EFF-177D-4AF2-90E1-B5F6DD105A9C}"/>
              </a:ext>
            </a:extLst>
          </p:cNvPr>
          <p:cNvSpPr txBox="1"/>
          <p:nvPr/>
        </p:nvSpPr>
        <p:spPr>
          <a:xfrm>
            <a:off x="8306231" y="3630896"/>
            <a:ext cx="3109058" cy="3693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kumimoji="1" lang="ja-JP" altLang="en-US" dirty="0"/>
              <a:t>⑯</a:t>
            </a:r>
            <a:r>
              <a:rPr kumimoji="1" lang="en-US" altLang="ja-JP" dirty="0"/>
              <a:t>  </a:t>
            </a:r>
            <a:r>
              <a:rPr kumimoji="1" lang="ja-JP" altLang="en-US" dirty="0"/>
              <a:t>動作開始 →  </a:t>
            </a:r>
            <a:r>
              <a:rPr kumimoji="1" lang="en-US" altLang="ja-JP" dirty="0"/>
              <a:t>due(24)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BEA27B5-B723-463F-962E-7752A62A4E3A}"/>
              </a:ext>
            </a:extLst>
          </p:cNvPr>
          <p:cNvSpPr txBox="1"/>
          <p:nvPr/>
        </p:nvSpPr>
        <p:spPr>
          <a:xfrm>
            <a:off x="8306231" y="4048260"/>
            <a:ext cx="3109058" cy="369332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/>
              <a:t>⑱</a:t>
            </a:r>
            <a:r>
              <a:rPr kumimoji="1" lang="en-US" altLang="ja-JP" dirty="0"/>
              <a:t>  </a:t>
            </a:r>
            <a:r>
              <a:rPr kumimoji="1" lang="ja-JP" altLang="en-US" dirty="0"/>
              <a:t>動作</a:t>
            </a:r>
            <a:r>
              <a:rPr lang="ja-JP" altLang="en-US" dirty="0"/>
              <a:t>完了</a:t>
            </a:r>
            <a:r>
              <a:rPr kumimoji="1" lang="ja-JP" altLang="en-US" dirty="0"/>
              <a:t> →  </a:t>
            </a:r>
            <a:r>
              <a:rPr kumimoji="1" lang="en-US" altLang="ja-JP" dirty="0"/>
              <a:t>due(32)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684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81579-8CB3-3865-79F4-748E9FC59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8A22AB-FD3D-1354-E165-688E411B50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2050" name="Picture 2" descr="ラズパイ（Raspberry Pi）のGPIOを再確認！ | Device Plus ...">
            <a:extLst>
              <a:ext uri="{FF2B5EF4-FFF2-40B4-BE49-F238E27FC236}">
                <a16:creationId xmlns:a16="http://schemas.microsoft.com/office/drawing/2014/main" id="{DC21F79D-823D-B181-29FE-61D6D819E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871538"/>
            <a:ext cx="714375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52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74B63C-7D76-435D-8FAC-2D9B430672E2}"/>
              </a:ext>
            </a:extLst>
          </p:cNvPr>
          <p:cNvSpPr txBox="1"/>
          <p:nvPr/>
        </p:nvSpPr>
        <p:spPr>
          <a:xfrm>
            <a:off x="3343275" y="2238375"/>
            <a:ext cx="64171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5400" dirty="0"/>
              <a:t>時間制御バージョン</a:t>
            </a:r>
          </a:p>
        </p:txBody>
      </p:sp>
    </p:spTree>
    <p:extLst>
      <p:ext uri="{BB962C8B-B14F-4D97-AF65-F5344CB8AC3E}">
        <p14:creationId xmlns:p14="http://schemas.microsoft.com/office/powerpoint/2010/main" val="342322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77008" y="138141"/>
            <a:ext cx="7635240" cy="1221818"/>
          </a:xfrm>
        </p:spPr>
        <p:txBody>
          <a:bodyPr>
            <a:normAutofit/>
          </a:bodyPr>
          <a:lstStyle/>
          <a:p>
            <a:r>
              <a:rPr lang="ja-JP" altLang="en-US" dirty="0"/>
              <a:t>ブロックの処理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3D164-48AE-4DCF-917A-AE751C7B4CF9}" type="slidenum">
              <a:rPr lang="ja-JP" altLang="en-US" smtClean="0"/>
              <a:pPr/>
              <a:t>7</a:t>
            </a:fld>
            <a:endParaRPr lang="en-US" dirty="0"/>
          </a:p>
        </p:txBody>
      </p:sp>
      <p:sp>
        <p:nvSpPr>
          <p:cNvPr id="44" name="正方形/長方形 43"/>
          <p:cNvSpPr/>
          <p:nvPr/>
        </p:nvSpPr>
        <p:spPr>
          <a:xfrm>
            <a:off x="1524000" y="4048855"/>
            <a:ext cx="1109020" cy="55560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0bit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45" name="正方形/長方形 44"/>
          <p:cNvSpPr/>
          <p:nvPr/>
        </p:nvSpPr>
        <p:spPr>
          <a:xfrm>
            <a:off x="1525270" y="2088053"/>
            <a:ext cx="1107751" cy="43101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sz="14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起動・停止</a:t>
            </a:r>
          </a:p>
        </p:txBody>
      </p:sp>
      <p:sp>
        <p:nvSpPr>
          <p:cNvPr id="46" name="正方形/長方形 45"/>
          <p:cNvSpPr/>
          <p:nvPr/>
        </p:nvSpPr>
        <p:spPr>
          <a:xfrm>
            <a:off x="2692467" y="4048855"/>
            <a:ext cx="1120919" cy="55560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1bit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47" name="正方形/長方形 46"/>
          <p:cNvSpPr/>
          <p:nvPr/>
        </p:nvSpPr>
        <p:spPr>
          <a:xfrm>
            <a:off x="2692466" y="2088053"/>
            <a:ext cx="1121128" cy="43101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sz="14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粉を出す・出さない</a:t>
            </a:r>
          </a:p>
        </p:txBody>
      </p:sp>
      <p:sp>
        <p:nvSpPr>
          <p:cNvPr id="48" name="正方形/長方形 47"/>
          <p:cNvSpPr/>
          <p:nvPr/>
        </p:nvSpPr>
        <p:spPr>
          <a:xfrm>
            <a:off x="5021018" y="4048856"/>
            <a:ext cx="1109020" cy="55560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3bit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49" name="正方形/長方形 48"/>
          <p:cNvSpPr/>
          <p:nvPr/>
        </p:nvSpPr>
        <p:spPr>
          <a:xfrm>
            <a:off x="3911280" y="4048855"/>
            <a:ext cx="1112185" cy="55560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2bit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50" name="正方形/長方形 49"/>
          <p:cNvSpPr/>
          <p:nvPr/>
        </p:nvSpPr>
        <p:spPr>
          <a:xfrm>
            <a:off x="3908835" y="2088054"/>
            <a:ext cx="2225579" cy="431008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タイヤの回転方向</a:t>
            </a:r>
          </a:p>
        </p:txBody>
      </p:sp>
      <p:sp>
        <p:nvSpPr>
          <p:cNvPr id="51" name="正方形/長方形 50"/>
          <p:cNvSpPr/>
          <p:nvPr/>
        </p:nvSpPr>
        <p:spPr>
          <a:xfrm>
            <a:off x="3908835" y="1851316"/>
            <a:ext cx="1122605" cy="230367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sz="14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右</a:t>
            </a:r>
          </a:p>
        </p:txBody>
      </p:sp>
      <p:sp>
        <p:nvSpPr>
          <p:cNvPr id="52" name="正方形/長方形 51"/>
          <p:cNvSpPr/>
          <p:nvPr/>
        </p:nvSpPr>
        <p:spPr>
          <a:xfrm>
            <a:off x="5026218" y="1851316"/>
            <a:ext cx="1108194" cy="230367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sz="14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左</a:t>
            </a:r>
          </a:p>
        </p:txBody>
      </p:sp>
      <p:sp>
        <p:nvSpPr>
          <p:cNvPr id="53" name="正方形/長方形 52"/>
          <p:cNvSpPr/>
          <p:nvPr/>
        </p:nvSpPr>
        <p:spPr>
          <a:xfrm>
            <a:off x="6211323" y="4048855"/>
            <a:ext cx="1109020" cy="55560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4bit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54" name="正方形/長方形 53"/>
          <p:cNvSpPr/>
          <p:nvPr/>
        </p:nvSpPr>
        <p:spPr>
          <a:xfrm>
            <a:off x="7323507" y="4048855"/>
            <a:ext cx="1109020" cy="55560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5bit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55" name="正方形/長方形 54"/>
          <p:cNvSpPr/>
          <p:nvPr/>
        </p:nvSpPr>
        <p:spPr>
          <a:xfrm>
            <a:off x="8428946" y="4048854"/>
            <a:ext cx="1115766" cy="55560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6bit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56" name="正方形/長方形 55"/>
          <p:cNvSpPr/>
          <p:nvPr/>
        </p:nvSpPr>
        <p:spPr>
          <a:xfrm>
            <a:off x="9547876" y="4048854"/>
            <a:ext cx="1109020" cy="555609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7bit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57" name="正方形/長方形 56"/>
          <p:cNvSpPr/>
          <p:nvPr/>
        </p:nvSpPr>
        <p:spPr>
          <a:xfrm>
            <a:off x="6211324" y="2078917"/>
            <a:ext cx="4445574" cy="431008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タイヤを回す速さ</a:t>
            </a:r>
          </a:p>
        </p:txBody>
      </p:sp>
      <p:sp>
        <p:nvSpPr>
          <p:cNvPr id="58" name="正方形/長方形 57"/>
          <p:cNvSpPr/>
          <p:nvPr/>
        </p:nvSpPr>
        <p:spPr>
          <a:xfrm>
            <a:off x="6211324" y="1851696"/>
            <a:ext cx="2241482" cy="230367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sz="14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右</a:t>
            </a:r>
          </a:p>
        </p:txBody>
      </p:sp>
      <p:sp>
        <p:nvSpPr>
          <p:cNvPr id="59" name="正方形/長方形 58"/>
          <p:cNvSpPr/>
          <p:nvPr/>
        </p:nvSpPr>
        <p:spPr>
          <a:xfrm>
            <a:off x="8448826" y="1851696"/>
            <a:ext cx="2208070" cy="230367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sz="14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左</a:t>
            </a:r>
          </a:p>
        </p:txBody>
      </p:sp>
      <p:sp>
        <p:nvSpPr>
          <p:cNvPr id="60" name="正方形/長方形 59"/>
          <p:cNvSpPr/>
          <p:nvPr/>
        </p:nvSpPr>
        <p:spPr>
          <a:xfrm>
            <a:off x="1525060" y="2512481"/>
            <a:ext cx="1107961" cy="731347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停止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1" name="正方形/長方形 60"/>
          <p:cNvSpPr/>
          <p:nvPr/>
        </p:nvSpPr>
        <p:spPr>
          <a:xfrm>
            <a:off x="1525060" y="3237427"/>
            <a:ext cx="1107961" cy="727875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起動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2" name="正方形/長方形 61"/>
          <p:cNvSpPr/>
          <p:nvPr/>
        </p:nvSpPr>
        <p:spPr>
          <a:xfrm>
            <a:off x="2693887" y="2512480"/>
            <a:ext cx="1120274" cy="731347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sz="15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出さない</a:t>
            </a:r>
            <a:r>
              <a:rPr lang="en-US" altLang="ja-JP" sz="15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</a:t>
            </a:r>
            <a:endParaRPr lang="ja-JP" altLang="en-US" sz="1500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3" name="正方形/長方形 62"/>
          <p:cNvSpPr/>
          <p:nvPr/>
        </p:nvSpPr>
        <p:spPr>
          <a:xfrm>
            <a:off x="2692467" y="3240809"/>
            <a:ext cx="1120918" cy="724492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出す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4" name="正方形/長方形 63"/>
          <p:cNvSpPr/>
          <p:nvPr/>
        </p:nvSpPr>
        <p:spPr>
          <a:xfrm>
            <a:off x="3909833" y="2512482"/>
            <a:ext cx="1112185" cy="731347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前方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5" name="正方形/長方形 64"/>
          <p:cNvSpPr/>
          <p:nvPr/>
        </p:nvSpPr>
        <p:spPr>
          <a:xfrm>
            <a:off x="3909833" y="3237428"/>
            <a:ext cx="1112185" cy="727875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後方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6" name="正方形/長方形 65"/>
          <p:cNvSpPr/>
          <p:nvPr/>
        </p:nvSpPr>
        <p:spPr>
          <a:xfrm>
            <a:off x="5022018" y="2512482"/>
            <a:ext cx="1112185" cy="731347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前方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7" name="正方形/長方形 66"/>
          <p:cNvSpPr/>
          <p:nvPr/>
        </p:nvSpPr>
        <p:spPr>
          <a:xfrm>
            <a:off x="5022018" y="3237428"/>
            <a:ext cx="1112185" cy="727875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後方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8" name="正方形/長方形 67"/>
          <p:cNvSpPr/>
          <p:nvPr/>
        </p:nvSpPr>
        <p:spPr>
          <a:xfrm>
            <a:off x="6213007" y="2512483"/>
            <a:ext cx="2218275" cy="36425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停止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:00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69" name="正方形/長方形 68"/>
          <p:cNvSpPr/>
          <p:nvPr/>
        </p:nvSpPr>
        <p:spPr>
          <a:xfrm>
            <a:off x="6211681" y="3231745"/>
            <a:ext cx="2233161" cy="36297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中速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:10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0" name="正方形/長方形 69"/>
          <p:cNvSpPr/>
          <p:nvPr/>
        </p:nvSpPr>
        <p:spPr>
          <a:xfrm>
            <a:off x="6211759" y="2873823"/>
            <a:ext cx="2231836" cy="362978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低速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1" name="正方形/長方形 70"/>
          <p:cNvSpPr/>
          <p:nvPr/>
        </p:nvSpPr>
        <p:spPr>
          <a:xfrm>
            <a:off x="6211255" y="3584840"/>
            <a:ext cx="2233587" cy="380462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高速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2" name="正方形/長方形 71"/>
          <p:cNvSpPr/>
          <p:nvPr/>
        </p:nvSpPr>
        <p:spPr>
          <a:xfrm>
            <a:off x="8428946" y="2512481"/>
            <a:ext cx="2229634" cy="376255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停止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:00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3" name="正方形/長方形 72"/>
          <p:cNvSpPr/>
          <p:nvPr/>
        </p:nvSpPr>
        <p:spPr>
          <a:xfrm>
            <a:off x="8432527" y="3215551"/>
            <a:ext cx="2224369" cy="376255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中速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:10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4" name="正方形/長方形 73"/>
          <p:cNvSpPr/>
          <p:nvPr/>
        </p:nvSpPr>
        <p:spPr>
          <a:xfrm>
            <a:off x="8432527" y="2876099"/>
            <a:ext cx="2225276" cy="364710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低速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5" name="正方形/長方形 74"/>
          <p:cNvSpPr/>
          <p:nvPr/>
        </p:nvSpPr>
        <p:spPr>
          <a:xfrm>
            <a:off x="8431619" y="3583878"/>
            <a:ext cx="2225277" cy="381424"/>
          </a:xfrm>
          <a:prstGeom prst="rect">
            <a:avLst/>
          </a:prstGeom>
          <a:solidFill>
            <a:srgbClr val="ED7D31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高速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6" name="正方形/長方形 75"/>
          <p:cNvSpPr/>
          <p:nvPr/>
        </p:nvSpPr>
        <p:spPr>
          <a:xfrm>
            <a:off x="1525060" y="3966118"/>
            <a:ext cx="1107961" cy="81747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ja-JP" altLang="en-US" sz="1400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7" name="正方形/長方形 76"/>
          <p:cNvSpPr/>
          <p:nvPr/>
        </p:nvSpPr>
        <p:spPr>
          <a:xfrm>
            <a:off x="2693886" y="3966118"/>
            <a:ext cx="1119500" cy="8174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ja-JP" altLang="en-US" sz="1400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8" name="正方形/長方形 77"/>
          <p:cNvSpPr/>
          <p:nvPr/>
        </p:nvSpPr>
        <p:spPr>
          <a:xfrm>
            <a:off x="3909905" y="3966119"/>
            <a:ext cx="2224299" cy="81746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79" name="正方形/長方形 78"/>
          <p:cNvSpPr/>
          <p:nvPr/>
        </p:nvSpPr>
        <p:spPr>
          <a:xfrm>
            <a:off x="6212332" y="3966114"/>
            <a:ext cx="4448795" cy="81746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1260075" y="1163734"/>
            <a:ext cx="9671847" cy="561134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dirty="0">
                <a:solidFill>
                  <a:schemeClr val="tx1"/>
                </a:solidFill>
              </a:rPr>
              <a:t>ブロックに従い、</a:t>
            </a:r>
            <a:r>
              <a:rPr lang="en-US" altLang="ja-JP" sz="2800" dirty="0">
                <a:solidFill>
                  <a:schemeClr val="tx1"/>
                </a:solidFill>
              </a:rPr>
              <a:t>8bit</a:t>
            </a:r>
            <a:r>
              <a:rPr lang="ja-JP" altLang="en-US" sz="2800" dirty="0">
                <a:solidFill>
                  <a:schemeClr val="tx1"/>
                </a:solidFill>
              </a:rPr>
              <a:t>命令にエンコードし、</a:t>
            </a:r>
            <a:r>
              <a:rPr lang="en-US" altLang="ja-JP" sz="2800" dirty="0">
                <a:solidFill>
                  <a:schemeClr val="tx1"/>
                </a:solidFill>
              </a:rPr>
              <a:t>Arduino</a:t>
            </a:r>
            <a:r>
              <a:rPr lang="ja-JP" altLang="en-US" sz="2800" dirty="0">
                <a:solidFill>
                  <a:schemeClr val="tx1"/>
                </a:solidFill>
              </a:rPr>
              <a:t>へ送信</a:t>
            </a:r>
          </a:p>
        </p:txBody>
      </p:sp>
      <p:grpSp>
        <p:nvGrpSpPr>
          <p:cNvPr id="17" name="グループ化 16"/>
          <p:cNvGrpSpPr/>
          <p:nvPr/>
        </p:nvGrpSpPr>
        <p:grpSpPr>
          <a:xfrm>
            <a:off x="6606540" y="4846607"/>
            <a:ext cx="5105399" cy="1187210"/>
            <a:chOff x="300" y="4743697"/>
            <a:chExt cx="5105399" cy="1187210"/>
          </a:xfrm>
        </p:grpSpPr>
        <p:sp>
          <p:nvSpPr>
            <p:cNvPr id="4" name="テキスト ボックス 3"/>
            <p:cNvSpPr txBox="1"/>
            <p:nvPr/>
          </p:nvSpPr>
          <p:spPr>
            <a:xfrm>
              <a:off x="300" y="4743697"/>
              <a:ext cx="51053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400" dirty="0"/>
                <a:t>例．低速で前進</a:t>
              </a:r>
              <a:endParaRPr lang="en-US" altLang="ja-JP" sz="2800" dirty="0"/>
            </a:p>
          </p:txBody>
        </p:sp>
        <p:sp>
          <p:nvSpPr>
            <p:cNvPr id="82" name="正方形/長方形 81"/>
            <p:cNvSpPr/>
            <p:nvPr/>
          </p:nvSpPr>
          <p:spPr>
            <a:xfrm>
              <a:off x="1294519" y="5375298"/>
              <a:ext cx="429105" cy="555609"/>
            </a:xfrm>
            <a:prstGeom prst="rect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ja-JP" kern="0" dirty="0">
                  <a:solidFill>
                    <a:prstClr val="black"/>
                  </a:solidFill>
                  <a:latin typeface="游ゴシック" panose="020F0502020204030204"/>
                  <a:ea typeface="游ゴシック" panose="020B0400000000000000" pitchFamily="50" charset="-128"/>
                </a:rPr>
                <a:t>0</a:t>
              </a:r>
              <a:endPara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endParaRPr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858739" y="5375297"/>
              <a:ext cx="429105" cy="555609"/>
            </a:xfrm>
            <a:prstGeom prst="rect">
              <a:avLst/>
            </a:prstGeom>
            <a:solidFill>
              <a:srgbClr val="5B9BD5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ja-JP" kern="0" dirty="0">
                  <a:solidFill>
                    <a:prstClr val="black"/>
                  </a:solidFill>
                  <a:latin typeface="游ゴシック" panose="020F0502020204030204"/>
                  <a:ea typeface="游ゴシック" panose="020B0400000000000000" pitchFamily="50" charset="-128"/>
                </a:rPr>
                <a:t>0</a:t>
              </a:r>
              <a:endPara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endParaRPr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1733264" y="5375297"/>
              <a:ext cx="429105" cy="555609"/>
            </a:xfrm>
            <a:prstGeom prst="rect">
              <a:avLst/>
            </a:prstGeom>
            <a:solidFill>
              <a:srgbClr val="5B9BD5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ja-JP" kern="0" dirty="0">
                  <a:solidFill>
                    <a:prstClr val="black"/>
                  </a:solidFill>
                  <a:latin typeface="游ゴシック" panose="020F0502020204030204"/>
                  <a:ea typeface="游ゴシック" panose="020B0400000000000000" pitchFamily="50" charset="-128"/>
                </a:rPr>
                <a:t>0</a:t>
              </a:r>
              <a:endPara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endParaRPr>
            </a:p>
          </p:txBody>
        </p:sp>
        <p:sp>
          <p:nvSpPr>
            <p:cNvPr id="85" name="正方形/長方形 84"/>
            <p:cNvSpPr/>
            <p:nvPr/>
          </p:nvSpPr>
          <p:spPr>
            <a:xfrm>
              <a:off x="2169044" y="5375297"/>
              <a:ext cx="429105" cy="555609"/>
            </a:xfrm>
            <a:prstGeom prst="rect">
              <a:avLst/>
            </a:prstGeom>
            <a:solidFill>
              <a:srgbClr val="5B9BD5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ja-JP" kern="0" dirty="0">
                  <a:solidFill>
                    <a:prstClr val="black"/>
                  </a:solidFill>
                  <a:latin typeface="游ゴシック" panose="020F0502020204030204"/>
                  <a:ea typeface="游ゴシック" panose="020B0400000000000000" pitchFamily="50" charset="-128"/>
                </a:rPr>
                <a:t>1</a:t>
              </a:r>
              <a:endPara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endParaRPr>
            </a:p>
          </p:txBody>
        </p:sp>
        <p:sp>
          <p:nvSpPr>
            <p:cNvPr id="86" name="正方形/長方形 85"/>
            <p:cNvSpPr/>
            <p:nvPr/>
          </p:nvSpPr>
          <p:spPr>
            <a:xfrm>
              <a:off x="2592299" y="5375296"/>
              <a:ext cx="429105" cy="555609"/>
            </a:xfrm>
            <a:prstGeom prst="rect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ja-JP" kern="0" dirty="0">
                  <a:solidFill>
                    <a:prstClr val="black"/>
                  </a:solidFill>
                  <a:latin typeface="游ゴシック" panose="020F0502020204030204"/>
                  <a:ea typeface="游ゴシック" panose="020B0400000000000000" pitchFamily="50" charset="-128"/>
                </a:rPr>
                <a:t>0</a:t>
              </a:r>
              <a:endPara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endParaRPr>
            </a:p>
          </p:txBody>
        </p:sp>
        <p:sp>
          <p:nvSpPr>
            <p:cNvPr id="87" name="正方形/長方形 86"/>
            <p:cNvSpPr/>
            <p:nvPr/>
          </p:nvSpPr>
          <p:spPr>
            <a:xfrm>
              <a:off x="3015553" y="5375296"/>
              <a:ext cx="429105" cy="555609"/>
            </a:xfrm>
            <a:prstGeom prst="rect">
              <a:avLst/>
            </a:prstGeom>
            <a:solidFill>
              <a:srgbClr val="ED7D31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r>
                <a:rPr lang="en-US" altLang="ja-JP" kern="0" dirty="0">
                  <a:solidFill>
                    <a:prstClr val="black"/>
                  </a:solidFill>
                  <a:latin typeface="游ゴシック" panose="020F0502020204030204"/>
                  <a:ea typeface="游ゴシック" panose="020B0400000000000000" pitchFamily="50" charset="-128"/>
                </a:rPr>
                <a:t>1</a:t>
              </a:r>
              <a:endPara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endParaRPr>
            </a:p>
          </p:txBody>
        </p:sp>
      </p:grpSp>
      <p:sp>
        <p:nvSpPr>
          <p:cNvPr id="80" name="正方形/長方形 79"/>
          <p:cNvSpPr/>
          <p:nvPr/>
        </p:nvSpPr>
        <p:spPr>
          <a:xfrm>
            <a:off x="7035760" y="5478207"/>
            <a:ext cx="429105" cy="55560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x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81" name="正方形/長方形 80"/>
          <p:cNvSpPr/>
          <p:nvPr/>
        </p:nvSpPr>
        <p:spPr>
          <a:xfrm>
            <a:off x="6606540" y="5478207"/>
            <a:ext cx="429105" cy="555609"/>
          </a:xfrm>
          <a:prstGeom prst="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x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pic>
        <p:nvPicPr>
          <p:cNvPr id="88" name="図 87">
            <a:extLst>
              <a:ext uri="{FF2B5EF4-FFF2-40B4-BE49-F238E27FC236}">
                <a16:creationId xmlns:a16="http://schemas.microsoft.com/office/drawing/2014/main" id="{89C43824-0900-4665-A79C-E1DCA0EF35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2" t="18829" r="28053" b="66687"/>
          <a:stretch/>
        </p:blipFill>
        <p:spPr>
          <a:xfrm>
            <a:off x="1550166" y="4997718"/>
            <a:ext cx="4545833" cy="994398"/>
          </a:xfrm>
          <a:prstGeom prst="rect">
            <a:avLst/>
          </a:prstGeom>
        </p:spPr>
      </p:pic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640D145E-5D77-49BA-B2DE-470F15196022}"/>
              </a:ext>
            </a:extLst>
          </p:cNvPr>
          <p:cNvSpPr/>
          <p:nvPr/>
        </p:nvSpPr>
        <p:spPr>
          <a:xfrm>
            <a:off x="10931922" y="4048855"/>
            <a:ext cx="1109020" cy="555609"/>
          </a:xfrm>
          <a:prstGeom prst="rect">
            <a:avLst/>
          </a:prstGeom>
          <a:solidFill>
            <a:srgbClr val="CCFFCC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8bit</a:t>
            </a: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目</a:t>
            </a: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75FC12C6-6393-4918-9083-E3D407F8A9DE}"/>
              </a:ext>
            </a:extLst>
          </p:cNvPr>
          <p:cNvSpPr/>
          <p:nvPr/>
        </p:nvSpPr>
        <p:spPr>
          <a:xfrm>
            <a:off x="10933192" y="2088053"/>
            <a:ext cx="1107751" cy="431012"/>
          </a:xfrm>
          <a:prstGeom prst="rect">
            <a:avLst/>
          </a:prstGeom>
          <a:solidFill>
            <a:srgbClr val="FFC000">
              <a:lumMod val="40000"/>
              <a:lumOff val="6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sz="1400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シリアル送信</a:t>
            </a: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B8243AAB-FA58-4974-8A54-0F57E6AC5857}"/>
              </a:ext>
            </a:extLst>
          </p:cNvPr>
          <p:cNvSpPr/>
          <p:nvPr/>
        </p:nvSpPr>
        <p:spPr>
          <a:xfrm>
            <a:off x="10932982" y="2512481"/>
            <a:ext cx="1107961" cy="731347"/>
          </a:xfrm>
          <a:prstGeom prst="rect">
            <a:avLst/>
          </a:prstGeom>
          <a:solidFill>
            <a:srgbClr val="CCFFCC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停止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:0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C1E89289-67AF-40D2-8E1D-D6F4AF501F85}"/>
              </a:ext>
            </a:extLst>
          </p:cNvPr>
          <p:cNvSpPr/>
          <p:nvPr/>
        </p:nvSpPr>
        <p:spPr>
          <a:xfrm>
            <a:off x="10932982" y="3237427"/>
            <a:ext cx="1107961" cy="727875"/>
          </a:xfrm>
          <a:prstGeom prst="rect">
            <a:avLst/>
          </a:prstGeom>
          <a:solidFill>
            <a:srgbClr val="CCFFCC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ja-JP" altLang="en-US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送信中</a:t>
            </a:r>
            <a:r>
              <a:rPr lang="en-US" altLang="ja-JP" kern="0" dirty="0">
                <a:solidFill>
                  <a:prstClr val="black"/>
                </a:solidFill>
                <a:latin typeface="游ゴシック" panose="020F0502020204030204"/>
                <a:ea typeface="游ゴシック" panose="020B0400000000000000" pitchFamily="50" charset="-128"/>
              </a:rPr>
              <a:t>:1</a:t>
            </a:r>
            <a:endParaRPr lang="ja-JP" altLang="en-US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25E124E2-374C-44B7-81F0-AFD6B86D9114}"/>
              </a:ext>
            </a:extLst>
          </p:cNvPr>
          <p:cNvSpPr/>
          <p:nvPr/>
        </p:nvSpPr>
        <p:spPr>
          <a:xfrm>
            <a:off x="10932982" y="3966118"/>
            <a:ext cx="1107961" cy="81747"/>
          </a:xfrm>
          <a:prstGeom prst="rect">
            <a:avLst/>
          </a:prstGeom>
          <a:solidFill>
            <a:srgbClr val="FFE699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ja-JP" altLang="en-US" sz="1400" kern="0" dirty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87885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第17回 GPIOの電源ピン | ツール・ラボ">
            <a:extLst>
              <a:ext uri="{FF2B5EF4-FFF2-40B4-BE49-F238E27FC236}">
                <a16:creationId xmlns:a16="http://schemas.microsoft.com/office/drawing/2014/main" id="{86CA1D73-707D-43A7-A2E3-1DF46B20F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552" y="2933078"/>
            <a:ext cx="3777718" cy="372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4E936C-3AF5-42BC-A931-05053294831D}"/>
              </a:ext>
            </a:extLst>
          </p:cNvPr>
          <p:cNvSpPr txBox="1"/>
          <p:nvPr/>
        </p:nvSpPr>
        <p:spPr>
          <a:xfrm>
            <a:off x="5359400" y="3515478"/>
            <a:ext cx="293221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19   SPI_MOSI</a:t>
            </a:r>
            <a:r>
              <a:rPr kumimoji="1" lang="ja-JP" altLang="en-US" dirty="0"/>
              <a:t> →  </a:t>
            </a:r>
            <a:r>
              <a:rPr kumimoji="1" lang="en-US" altLang="ja-JP" dirty="0"/>
              <a:t>due(4)</a:t>
            </a:r>
          </a:p>
          <a:p>
            <a:r>
              <a:rPr kumimoji="1" lang="en-US" altLang="ja-JP" dirty="0"/>
              <a:t>21   SPI_MISO</a:t>
            </a:r>
            <a:r>
              <a:rPr kumimoji="1" lang="ja-JP" altLang="en-US" dirty="0"/>
              <a:t> →  </a:t>
            </a:r>
            <a:r>
              <a:rPr kumimoji="1" lang="en-US" altLang="ja-JP" dirty="0"/>
              <a:t>due(1)</a:t>
            </a:r>
          </a:p>
          <a:p>
            <a:r>
              <a:rPr lang="en-US" altLang="ja-JP" dirty="0"/>
              <a:t>23</a:t>
            </a:r>
            <a:r>
              <a:rPr lang="ja-JP" altLang="en-US" dirty="0"/>
              <a:t>　</a:t>
            </a:r>
            <a:r>
              <a:rPr lang="en-US" altLang="ja-JP" dirty="0"/>
              <a:t>SPI_CLK  </a:t>
            </a:r>
            <a:r>
              <a:rPr kumimoji="1" lang="ja-JP" altLang="en-US" dirty="0"/>
              <a:t>→  </a:t>
            </a:r>
            <a:r>
              <a:rPr kumimoji="1" lang="en-US" altLang="ja-JP" dirty="0"/>
              <a:t>due(3)</a:t>
            </a:r>
            <a:endParaRPr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29</a:t>
            </a:r>
            <a:r>
              <a:rPr kumimoji="1" lang="ja-JP" altLang="en-US" dirty="0"/>
              <a:t>　</a:t>
            </a:r>
            <a:r>
              <a:rPr kumimoji="1" lang="en-US" altLang="ja-JP" dirty="0"/>
              <a:t>0bit</a:t>
            </a:r>
            <a:r>
              <a:rPr kumimoji="1" lang="ja-JP" altLang="en-US" dirty="0"/>
              <a:t>目</a:t>
            </a:r>
            <a:endParaRPr kumimoji="1" lang="en-US" altLang="ja-JP" dirty="0"/>
          </a:p>
          <a:p>
            <a:r>
              <a:rPr kumimoji="1" lang="en-US" altLang="ja-JP" dirty="0"/>
              <a:t>31</a:t>
            </a:r>
            <a:r>
              <a:rPr kumimoji="1" lang="ja-JP" altLang="en-US" dirty="0"/>
              <a:t>　</a:t>
            </a:r>
            <a:r>
              <a:rPr lang="en-US" altLang="ja-JP" dirty="0"/>
              <a:t>1</a:t>
            </a:r>
            <a:r>
              <a:rPr kumimoji="1" lang="en-US" altLang="ja-JP" dirty="0"/>
              <a:t>bit</a:t>
            </a:r>
            <a:r>
              <a:rPr kumimoji="1" lang="ja-JP" altLang="en-US" dirty="0"/>
              <a:t>目</a:t>
            </a:r>
            <a:endParaRPr kumimoji="1" lang="en-US" altLang="ja-JP" dirty="0"/>
          </a:p>
          <a:p>
            <a:r>
              <a:rPr lang="en-US" altLang="ja-JP" dirty="0"/>
              <a:t>33</a:t>
            </a:r>
            <a:r>
              <a:rPr lang="ja-JP" altLang="en-US" dirty="0"/>
              <a:t>　</a:t>
            </a:r>
            <a:r>
              <a:rPr lang="en-US" altLang="ja-JP" dirty="0"/>
              <a:t>2bit</a:t>
            </a:r>
            <a:r>
              <a:rPr lang="ja-JP" altLang="en-US" dirty="0"/>
              <a:t>目</a:t>
            </a:r>
            <a:endParaRPr lang="en-US" altLang="ja-JP" dirty="0"/>
          </a:p>
          <a:p>
            <a:r>
              <a:rPr kumimoji="1" lang="en-US" altLang="ja-JP" dirty="0"/>
              <a:t>35</a:t>
            </a:r>
            <a:r>
              <a:rPr kumimoji="1" lang="ja-JP" altLang="en-US" dirty="0"/>
              <a:t>　</a:t>
            </a:r>
            <a:r>
              <a:rPr lang="en-US" altLang="ja-JP" dirty="0"/>
              <a:t>3</a:t>
            </a:r>
            <a:r>
              <a:rPr kumimoji="1" lang="en-US" altLang="ja-JP" dirty="0"/>
              <a:t>bit</a:t>
            </a:r>
            <a:r>
              <a:rPr kumimoji="1" lang="ja-JP" altLang="en-US" dirty="0"/>
              <a:t>目</a:t>
            </a:r>
            <a:endParaRPr kumimoji="1" lang="en-US" altLang="ja-JP" dirty="0"/>
          </a:p>
          <a:p>
            <a:r>
              <a:rPr lang="en-US" altLang="ja-JP" dirty="0"/>
              <a:t>37</a:t>
            </a:r>
            <a:r>
              <a:rPr lang="ja-JP" altLang="en-US" dirty="0"/>
              <a:t>　</a:t>
            </a:r>
            <a:r>
              <a:rPr lang="en-US" altLang="ja-JP" dirty="0"/>
              <a:t>4bit</a:t>
            </a:r>
            <a:r>
              <a:rPr lang="ja-JP" altLang="en-US" dirty="0"/>
              <a:t>目</a:t>
            </a:r>
            <a:endParaRPr lang="en-US" altLang="ja-JP" dirty="0"/>
          </a:p>
          <a:p>
            <a:r>
              <a:rPr kumimoji="1" lang="en-US" altLang="ja-JP" dirty="0"/>
              <a:t>39  GND</a:t>
            </a:r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CDAB48C-C282-419F-A056-76F988B7151B}"/>
              </a:ext>
            </a:extLst>
          </p:cNvPr>
          <p:cNvSpPr txBox="1"/>
          <p:nvPr/>
        </p:nvSpPr>
        <p:spPr>
          <a:xfrm>
            <a:off x="8202357" y="3792477"/>
            <a:ext cx="396134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lain" startAt="22"/>
            </a:pPr>
            <a:r>
              <a:rPr kumimoji="1" lang="en-US" altLang="ja-JP" dirty="0" err="1"/>
              <a:t>Serial_start</a:t>
            </a:r>
            <a:r>
              <a:rPr kumimoji="1" lang="en-US" altLang="ja-JP" dirty="0"/>
              <a:t>(8bit</a:t>
            </a:r>
            <a:r>
              <a:rPr kumimoji="1" lang="ja-JP" altLang="en-US" dirty="0"/>
              <a:t>目）</a:t>
            </a:r>
            <a:r>
              <a:rPr kumimoji="1" lang="en-US" altLang="ja-JP" dirty="0"/>
              <a:t> </a:t>
            </a:r>
            <a:r>
              <a:rPr kumimoji="1" lang="ja-JP" altLang="en-US" dirty="0"/>
              <a:t>→  </a:t>
            </a:r>
            <a:r>
              <a:rPr kumimoji="1" lang="en-US" altLang="ja-JP" dirty="0"/>
              <a:t>due(30)</a:t>
            </a:r>
          </a:p>
          <a:p>
            <a:r>
              <a:rPr kumimoji="1" lang="en-US" altLang="ja-JP" dirty="0"/>
              <a:t>24   SPI_CE0      </a:t>
            </a:r>
            <a:r>
              <a:rPr kumimoji="1" lang="ja-JP" altLang="en-US" dirty="0"/>
              <a:t>→  </a:t>
            </a:r>
            <a:r>
              <a:rPr kumimoji="1" lang="en-US" altLang="ja-JP" dirty="0"/>
              <a:t>due(10)</a:t>
            </a:r>
            <a:endParaRPr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36</a:t>
            </a:r>
            <a:r>
              <a:rPr lang="ja-JP" altLang="en-US" dirty="0"/>
              <a:t>　</a:t>
            </a:r>
            <a:r>
              <a:rPr lang="en-US" altLang="ja-JP" dirty="0"/>
              <a:t>5bit</a:t>
            </a:r>
            <a:r>
              <a:rPr lang="ja-JP" altLang="en-US" dirty="0"/>
              <a:t>目</a:t>
            </a:r>
            <a:endParaRPr lang="en-US" altLang="ja-JP" dirty="0"/>
          </a:p>
          <a:p>
            <a:r>
              <a:rPr kumimoji="1" lang="en-US" altLang="ja-JP" dirty="0"/>
              <a:t>38</a:t>
            </a:r>
            <a:r>
              <a:rPr kumimoji="1" lang="ja-JP" altLang="en-US" dirty="0"/>
              <a:t>　</a:t>
            </a:r>
            <a:r>
              <a:rPr kumimoji="1" lang="en-US" altLang="ja-JP" dirty="0"/>
              <a:t>6bit</a:t>
            </a:r>
            <a:r>
              <a:rPr kumimoji="1" lang="ja-JP" altLang="en-US" dirty="0"/>
              <a:t>目</a:t>
            </a:r>
            <a:endParaRPr kumimoji="1" lang="en-US" altLang="ja-JP" dirty="0"/>
          </a:p>
          <a:p>
            <a:r>
              <a:rPr lang="en-US" altLang="ja-JP" dirty="0"/>
              <a:t>40</a:t>
            </a:r>
            <a:r>
              <a:rPr lang="ja-JP" altLang="en-US" dirty="0"/>
              <a:t>　</a:t>
            </a:r>
            <a:r>
              <a:rPr lang="en-US" altLang="ja-JP" dirty="0"/>
              <a:t>7bit</a:t>
            </a:r>
            <a:r>
              <a:rPr lang="ja-JP" altLang="en-US" dirty="0"/>
              <a:t>目</a:t>
            </a:r>
            <a:endParaRPr lang="en-US" altLang="ja-JP" dirty="0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F4BA366-153D-4AA0-993E-76F1A595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92" y="317365"/>
            <a:ext cx="4668308" cy="245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図 1">
            <a:extLst>
              <a:ext uri="{FF2B5EF4-FFF2-40B4-BE49-F238E27FC236}">
                <a16:creationId xmlns:a16="http://schemas.microsoft.com/office/drawing/2014/main" id="{B1D5341C-2132-44CE-BD9C-307501412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400" y="948266"/>
            <a:ext cx="6603582" cy="175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798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81579-8CB3-3865-79F4-748E9FC59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8A22AB-FD3D-1354-E165-688E411B50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2050" name="Picture 2" descr="ラズパイ（Raspberry Pi）のGPIOを再確認！ | Device Plus ...">
            <a:extLst>
              <a:ext uri="{FF2B5EF4-FFF2-40B4-BE49-F238E27FC236}">
                <a16:creationId xmlns:a16="http://schemas.microsoft.com/office/drawing/2014/main" id="{DC21F79D-823D-B181-29FE-61D6D819E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5" y="871538"/>
            <a:ext cx="7143750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690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738D2D-0BFC-4F34-813E-54B2A57F6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35760"/>
            <a:ext cx="8138832" cy="1325563"/>
          </a:xfrm>
        </p:spPr>
        <p:txBody>
          <a:bodyPr/>
          <a:lstStyle/>
          <a:p>
            <a:r>
              <a:rPr kumimoji="1" lang="ja-JP" altLang="en-US" dirty="0"/>
              <a:t>シリアル通信を用いた通信過程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8D1FFCE-4C97-4AF2-BB11-F7AF7AE50B73}"/>
              </a:ext>
            </a:extLst>
          </p:cNvPr>
          <p:cNvSpPr txBox="1"/>
          <p:nvPr/>
        </p:nvSpPr>
        <p:spPr>
          <a:xfrm>
            <a:off x="8295630" y="1239096"/>
            <a:ext cx="2277632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シリアル受信状態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88C8CED-ADE3-4B3E-B582-1D09B697BEBF}"/>
              </a:ext>
            </a:extLst>
          </p:cNvPr>
          <p:cNvSpPr txBox="1"/>
          <p:nvPr/>
        </p:nvSpPr>
        <p:spPr>
          <a:xfrm>
            <a:off x="2089542" y="761020"/>
            <a:ext cx="16930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Raspberry Pi</a:t>
            </a:r>
            <a:endParaRPr lang="ja-JP" altLang="en-US" sz="20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945D6FD-1AAD-474C-8989-C37949501DB3}"/>
              </a:ext>
            </a:extLst>
          </p:cNvPr>
          <p:cNvSpPr txBox="1"/>
          <p:nvPr/>
        </p:nvSpPr>
        <p:spPr>
          <a:xfrm>
            <a:off x="8499784" y="723081"/>
            <a:ext cx="11031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Arduino</a:t>
            </a:r>
            <a:endParaRPr lang="ja-JP" altLang="en-US" sz="2000" dirty="0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F748BB88-4541-4F12-8B26-34D85AB87F7A}"/>
              </a:ext>
            </a:extLst>
          </p:cNvPr>
          <p:cNvCxnSpPr>
            <a:cxnSpLocks/>
          </p:cNvCxnSpPr>
          <p:nvPr/>
        </p:nvCxnSpPr>
        <p:spPr>
          <a:xfrm>
            <a:off x="4634096" y="978215"/>
            <a:ext cx="42519" cy="581311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D4164900-BC6D-4E85-A748-62F3FFFC8110}"/>
              </a:ext>
            </a:extLst>
          </p:cNvPr>
          <p:cNvCxnSpPr>
            <a:cxnSpLocks/>
          </p:cNvCxnSpPr>
          <p:nvPr/>
        </p:nvCxnSpPr>
        <p:spPr>
          <a:xfrm>
            <a:off x="8132735" y="819394"/>
            <a:ext cx="46061" cy="597193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E983881F-14E5-4546-84BB-210F1200E9A1}"/>
              </a:ext>
            </a:extLst>
          </p:cNvPr>
          <p:cNvGrpSpPr/>
          <p:nvPr/>
        </p:nvGrpSpPr>
        <p:grpSpPr>
          <a:xfrm>
            <a:off x="4668016" y="727216"/>
            <a:ext cx="3302363" cy="540280"/>
            <a:chOff x="4327069" y="1582813"/>
            <a:chExt cx="3302363" cy="540280"/>
          </a:xfrm>
        </p:grpSpPr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D4B12A30-9789-4963-904A-A135A38396B7}"/>
                </a:ext>
              </a:extLst>
            </p:cNvPr>
            <p:cNvSpPr txBox="1"/>
            <p:nvPr/>
          </p:nvSpPr>
          <p:spPr>
            <a:xfrm>
              <a:off x="5075118" y="1582813"/>
              <a:ext cx="15905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>
                  <a:highlight>
                    <a:srgbClr val="FFFF00"/>
                  </a:highlight>
                </a:rPr>
                <a:t>シリアル</a:t>
              </a:r>
              <a:r>
                <a:rPr lang="en-US" altLang="ja-JP" sz="2000" dirty="0">
                  <a:highlight>
                    <a:srgbClr val="FFFF00"/>
                  </a:highlight>
                </a:rPr>
                <a:t>ON</a:t>
              </a:r>
              <a:endParaRPr lang="ja-JP" altLang="en-US" sz="2000" dirty="0">
                <a:highlight>
                  <a:srgbClr val="FFFF00"/>
                </a:highlight>
              </a:endParaRPr>
            </a:p>
          </p:txBody>
        </p: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A8B51836-A8F3-4E42-8E2D-8753E170C89D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グループ化 72">
            <a:extLst>
              <a:ext uri="{FF2B5EF4-FFF2-40B4-BE49-F238E27FC236}">
                <a16:creationId xmlns:a16="http://schemas.microsoft.com/office/drawing/2014/main" id="{9BE65283-6618-404F-AA33-D400FC7712EF}"/>
              </a:ext>
            </a:extLst>
          </p:cNvPr>
          <p:cNvGrpSpPr/>
          <p:nvPr/>
        </p:nvGrpSpPr>
        <p:grpSpPr>
          <a:xfrm>
            <a:off x="4642832" y="1280908"/>
            <a:ext cx="3423299" cy="497737"/>
            <a:chOff x="4301885" y="2136505"/>
            <a:chExt cx="3423299" cy="497737"/>
          </a:xfrm>
        </p:grpSpPr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66585875-09CA-4A89-8C5F-91436CA594F7}"/>
                </a:ext>
              </a:extLst>
            </p:cNvPr>
            <p:cNvSpPr txBox="1"/>
            <p:nvPr/>
          </p:nvSpPr>
          <p:spPr>
            <a:xfrm>
              <a:off x="5050610" y="2136505"/>
              <a:ext cx="209887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2000" dirty="0"/>
                <a:t>データ１</a:t>
              </a:r>
              <a:r>
                <a:rPr lang="en-US" altLang="ja-JP" sz="2000" dirty="0"/>
                <a:t>~3</a:t>
              </a:r>
              <a:endParaRPr lang="ja-JP" altLang="en-US" sz="2000" dirty="0"/>
            </a:p>
          </p:txBody>
        </p:sp>
        <p:cxnSp>
          <p:nvCxnSpPr>
            <p:cNvPr id="67" name="直線矢印コネクタ 66">
              <a:extLst>
                <a:ext uri="{FF2B5EF4-FFF2-40B4-BE49-F238E27FC236}">
                  <a16:creationId xmlns:a16="http://schemas.microsoft.com/office/drawing/2014/main" id="{B04B48A0-93B3-4D3C-912A-091E4C218951}"/>
                </a:ext>
              </a:extLst>
            </p:cNvPr>
            <p:cNvCxnSpPr/>
            <p:nvPr/>
          </p:nvCxnSpPr>
          <p:spPr>
            <a:xfrm>
              <a:off x="4301885" y="2634242"/>
              <a:ext cx="3423299" cy="0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DE6BB5E6-FC47-410A-AD18-8206E1AEDD5B}"/>
              </a:ext>
            </a:extLst>
          </p:cNvPr>
          <p:cNvGrpSpPr/>
          <p:nvPr/>
        </p:nvGrpSpPr>
        <p:grpSpPr>
          <a:xfrm>
            <a:off x="4656590" y="1925340"/>
            <a:ext cx="3329032" cy="483858"/>
            <a:chOff x="4315644" y="2780936"/>
            <a:chExt cx="3329032" cy="483858"/>
          </a:xfrm>
        </p:grpSpPr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2512C8E7-57EA-4CC1-8813-7EF3DC2E18AD}"/>
                </a:ext>
              </a:extLst>
            </p:cNvPr>
            <p:cNvSpPr txBox="1"/>
            <p:nvPr/>
          </p:nvSpPr>
          <p:spPr>
            <a:xfrm>
              <a:off x="5116041" y="2780936"/>
              <a:ext cx="15343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/>
                <a:t>データ１</a:t>
              </a:r>
              <a:r>
                <a:rPr lang="en-US" altLang="ja-JP" sz="2000" dirty="0"/>
                <a:t>~3</a:t>
              </a:r>
              <a:endParaRPr lang="ja-JP" altLang="en-US" sz="2000" dirty="0"/>
            </a:p>
          </p:txBody>
        </p:sp>
        <p:cxnSp>
          <p:nvCxnSpPr>
            <p:cNvPr id="68" name="直線矢印コネクタ 67">
              <a:extLst>
                <a:ext uri="{FF2B5EF4-FFF2-40B4-BE49-F238E27FC236}">
                  <a16:creationId xmlns:a16="http://schemas.microsoft.com/office/drawing/2014/main" id="{774C9EC1-F00B-4988-B985-4DC47D750C57}"/>
                </a:ext>
              </a:extLst>
            </p:cNvPr>
            <p:cNvCxnSpPr/>
            <p:nvPr/>
          </p:nvCxnSpPr>
          <p:spPr>
            <a:xfrm flipH="1">
              <a:off x="4315644" y="3264794"/>
              <a:ext cx="3329032" cy="0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A3B9D19-D5C1-49C5-8E9A-FAB8F68EFC2D}"/>
              </a:ext>
            </a:extLst>
          </p:cNvPr>
          <p:cNvSpPr txBox="1"/>
          <p:nvPr/>
        </p:nvSpPr>
        <p:spPr>
          <a:xfrm>
            <a:off x="2089542" y="2255181"/>
            <a:ext cx="2344571" cy="707886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受信・送信データ</a:t>
            </a:r>
            <a:endParaRPr lang="en-US" altLang="ja-JP" sz="2000" dirty="0"/>
          </a:p>
          <a:p>
            <a:r>
              <a:rPr lang="ja-JP" altLang="en-US" sz="2000" dirty="0"/>
              <a:t>を確認</a:t>
            </a:r>
            <a:endParaRPr lang="en-US" altLang="ja-JP" sz="2000" dirty="0"/>
          </a:p>
        </p:txBody>
      </p: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7FE64F25-54AB-4434-9836-1800945DB59A}"/>
              </a:ext>
            </a:extLst>
          </p:cNvPr>
          <p:cNvGrpSpPr/>
          <p:nvPr/>
        </p:nvGrpSpPr>
        <p:grpSpPr>
          <a:xfrm>
            <a:off x="87334" y="1457911"/>
            <a:ext cx="2031325" cy="1503026"/>
            <a:chOff x="5005401" y="5243530"/>
            <a:chExt cx="2031325" cy="1503026"/>
          </a:xfrm>
        </p:grpSpPr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ABB2034D-217B-4BA5-9E67-66956D4A0713}"/>
                </a:ext>
              </a:extLst>
            </p:cNvPr>
            <p:cNvSpPr txBox="1"/>
            <p:nvPr/>
          </p:nvSpPr>
          <p:spPr>
            <a:xfrm>
              <a:off x="5005401" y="6284891"/>
              <a:ext cx="20313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dirty="0"/>
                <a:t>シリアル通信</a:t>
              </a:r>
            </a:p>
          </p:txBody>
        </p: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2F98A133-8503-4661-A3C9-82CB93E4609A}"/>
                </a:ext>
              </a:extLst>
            </p:cNvPr>
            <p:cNvCxnSpPr/>
            <p:nvPr/>
          </p:nvCxnSpPr>
          <p:spPr>
            <a:xfrm>
              <a:off x="5146442" y="5243530"/>
              <a:ext cx="655398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E05C7693-90F8-4D48-8574-23CCC0410109}"/>
                </a:ext>
              </a:extLst>
            </p:cNvPr>
            <p:cNvCxnSpPr/>
            <p:nvPr/>
          </p:nvCxnSpPr>
          <p:spPr>
            <a:xfrm>
              <a:off x="5164725" y="6102600"/>
              <a:ext cx="618831" cy="0"/>
            </a:xfrm>
            <a:prstGeom prst="straightConnector1">
              <a:avLst/>
            </a:prstGeom>
            <a:ln w="76200"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278A24B7-82F6-4BEE-A5CE-9F58C21FD692}"/>
                </a:ext>
              </a:extLst>
            </p:cNvPr>
            <p:cNvSpPr txBox="1"/>
            <p:nvPr/>
          </p:nvSpPr>
          <p:spPr>
            <a:xfrm>
              <a:off x="5030635" y="5445800"/>
              <a:ext cx="15424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400" dirty="0"/>
                <a:t>GPIO</a:t>
              </a:r>
              <a:r>
                <a:rPr lang="ja-JP" altLang="en-US" sz="2400" dirty="0"/>
                <a:t>通信</a:t>
              </a: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8CEE36CD-AFC0-46C5-A01D-0CFFC7F3B859}"/>
              </a:ext>
            </a:extLst>
          </p:cNvPr>
          <p:cNvGrpSpPr/>
          <p:nvPr/>
        </p:nvGrpSpPr>
        <p:grpSpPr>
          <a:xfrm>
            <a:off x="4747578" y="2630993"/>
            <a:ext cx="3302363" cy="540280"/>
            <a:chOff x="4327069" y="1582813"/>
            <a:chExt cx="3302363" cy="540280"/>
          </a:xfrm>
        </p:grpSpPr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99FE9A9D-0DBD-4271-A471-27A680101702}"/>
                </a:ext>
              </a:extLst>
            </p:cNvPr>
            <p:cNvSpPr txBox="1"/>
            <p:nvPr/>
          </p:nvSpPr>
          <p:spPr>
            <a:xfrm>
              <a:off x="5075118" y="1582813"/>
              <a:ext cx="17091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>
                  <a:highlight>
                    <a:srgbClr val="FFFF00"/>
                  </a:highlight>
                </a:rPr>
                <a:t>シリアル</a:t>
              </a:r>
              <a:r>
                <a:rPr lang="en-US" altLang="ja-JP" sz="2000" dirty="0">
                  <a:highlight>
                    <a:srgbClr val="FFFF00"/>
                  </a:highlight>
                </a:rPr>
                <a:t>OFF</a:t>
              </a:r>
              <a:endParaRPr lang="ja-JP" altLang="en-US" sz="2000" dirty="0">
                <a:highlight>
                  <a:srgbClr val="FFFF00"/>
                </a:highlight>
              </a:endParaRPr>
            </a:p>
          </p:txBody>
        </p: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0F5400E1-04FB-45C2-8269-DDF593F670C0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F1479F20-27CB-4C20-B1FF-833962046BC2}"/>
              </a:ext>
            </a:extLst>
          </p:cNvPr>
          <p:cNvGrpSpPr/>
          <p:nvPr/>
        </p:nvGrpSpPr>
        <p:grpSpPr>
          <a:xfrm>
            <a:off x="4720191" y="3326002"/>
            <a:ext cx="3302363" cy="540281"/>
            <a:chOff x="4327069" y="1582812"/>
            <a:chExt cx="3302363" cy="540281"/>
          </a:xfrm>
        </p:grpSpPr>
        <p:sp>
          <p:nvSpPr>
            <p:cNvPr id="80" name="テキスト ボックス 79">
              <a:extLst>
                <a:ext uri="{FF2B5EF4-FFF2-40B4-BE49-F238E27FC236}">
                  <a16:creationId xmlns:a16="http://schemas.microsoft.com/office/drawing/2014/main" id="{E6273B18-15AA-4C9B-926D-4D66D6E0C0AA}"/>
                </a:ext>
              </a:extLst>
            </p:cNvPr>
            <p:cNvSpPr txBox="1"/>
            <p:nvPr/>
          </p:nvSpPr>
          <p:spPr>
            <a:xfrm>
              <a:off x="5316531" y="1582812"/>
              <a:ext cx="15905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>
                  <a:highlight>
                    <a:srgbClr val="CCFFCC"/>
                  </a:highlight>
                </a:rPr>
                <a:t>動作開始</a:t>
              </a:r>
              <a:r>
                <a:rPr lang="en-US" altLang="ja-JP" sz="2000" dirty="0">
                  <a:highlight>
                    <a:srgbClr val="CCFFCC"/>
                  </a:highlight>
                </a:rPr>
                <a:t>ON</a:t>
              </a:r>
              <a:endParaRPr lang="ja-JP" altLang="en-US" sz="2000" dirty="0">
                <a:highlight>
                  <a:srgbClr val="CCFFCC"/>
                </a:highlight>
              </a:endParaRPr>
            </a:p>
          </p:txBody>
        </p: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41B5B988-F48A-45A0-935C-B8EF8A7307AB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1B7C6EE-91D7-42CF-90CF-DE33F75FA3CD}"/>
              </a:ext>
            </a:extLst>
          </p:cNvPr>
          <p:cNvSpPr txBox="1"/>
          <p:nvPr/>
        </p:nvSpPr>
        <p:spPr>
          <a:xfrm>
            <a:off x="8325909" y="3125947"/>
            <a:ext cx="1614385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待機状態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1CC73F2F-1C73-4903-BDBA-6EDCFCDB8B1D}"/>
              </a:ext>
            </a:extLst>
          </p:cNvPr>
          <p:cNvSpPr txBox="1"/>
          <p:nvPr/>
        </p:nvSpPr>
        <p:spPr>
          <a:xfrm>
            <a:off x="8245400" y="3942031"/>
            <a:ext cx="2027867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動作状態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C110C80E-5754-4BB4-AF65-0DAFDD23EFC3}"/>
              </a:ext>
            </a:extLst>
          </p:cNvPr>
          <p:cNvGrpSpPr/>
          <p:nvPr/>
        </p:nvGrpSpPr>
        <p:grpSpPr>
          <a:xfrm>
            <a:off x="4719836" y="4142086"/>
            <a:ext cx="3371502" cy="497739"/>
            <a:chOff x="5039483" y="5140148"/>
            <a:chExt cx="3371502" cy="497739"/>
          </a:xfrm>
        </p:grpSpPr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4B90ADF2-BF05-4A16-849E-25257F54FAD1}"/>
                </a:ext>
              </a:extLst>
            </p:cNvPr>
            <p:cNvSpPr txBox="1"/>
            <p:nvPr/>
          </p:nvSpPr>
          <p:spPr>
            <a:xfrm>
              <a:off x="5902827" y="5140148"/>
              <a:ext cx="15905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>
                  <a:highlight>
                    <a:srgbClr val="00FFFF"/>
                  </a:highlight>
                </a:rPr>
                <a:t>動作完了</a:t>
              </a:r>
              <a:r>
                <a:rPr lang="en-US" altLang="ja-JP" sz="2000" dirty="0">
                  <a:highlight>
                    <a:srgbClr val="00FFFF"/>
                  </a:highlight>
                </a:rPr>
                <a:t>ON</a:t>
              </a:r>
              <a:endParaRPr lang="ja-JP" altLang="en-US" sz="2000" dirty="0">
                <a:highlight>
                  <a:srgbClr val="00FFFF"/>
                </a:highlight>
              </a:endParaRPr>
            </a:p>
          </p:txBody>
        </p:sp>
        <p:cxnSp>
          <p:nvCxnSpPr>
            <p:cNvPr id="86" name="直線矢印コネクタ 85">
              <a:extLst>
                <a:ext uri="{FF2B5EF4-FFF2-40B4-BE49-F238E27FC236}">
                  <a16:creationId xmlns:a16="http://schemas.microsoft.com/office/drawing/2014/main" id="{6F490EC2-EF5F-4C4A-BEEB-CCA008059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483" y="5637886"/>
              <a:ext cx="3371502" cy="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787A2830-72A5-4EFD-B7DF-CEE20AB9494E}"/>
              </a:ext>
            </a:extLst>
          </p:cNvPr>
          <p:cNvGrpSpPr/>
          <p:nvPr/>
        </p:nvGrpSpPr>
        <p:grpSpPr>
          <a:xfrm>
            <a:off x="4795954" y="4790725"/>
            <a:ext cx="3302363" cy="540330"/>
            <a:chOff x="4327069" y="1582763"/>
            <a:chExt cx="3302363" cy="540330"/>
          </a:xfrm>
        </p:grpSpPr>
        <p:sp>
          <p:nvSpPr>
            <p:cNvPr id="88" name="テキスト ボックス 87">
              <a:extLst>
                <a:ext uri="{FF2B5EF4-FFF2-40B4-BE49-F238E27FC236}">
                  <a16:creationId xmlns:a16="http://schemas.microsoft.com/office/drawing/2014/main" id="{5D8E26D2-E742-47B8-9443-168634CD1D9B}"/>
                </a:ext>
              </a:extLst>
            </p:cNvPr>
            <p:cNvSpPr txBox="1"/>
            <p:nvPr/>
          </p:nvSpPr>
          <p:spPr>
            <a:xfrm>
              <a:off x="5065055" y="1582763"/>
              <a:ext cx="17091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>
                  <a:highlight>
                    <a:srgbClr val="CCFFCC"/>
                  </a:highlight>
                </a:rPr>
                <a:t>動作開始</a:t>
              </a:r>
              <a:r>
                <a:rPr lang="en-US" altLang="ja-JP" sz="2000" dirty="0">
                  <a:highlight>
                    <a:srgbClr val="CCFFCC"/>
                  </a:highlight>
                </a:rPr>
                <a:t>OFF</a:t>
              </a:r>
              <a:endParaRPr lang="ja-JP" altLang="en-US" sz="2000" dirty="0">
                <a:highlight>
                  <a:srgbClr val="CCFFCC"/>
                </a:highlight>
              </a:endParaRPr>
            </a:p>
          </p:txBody>
        </p:sp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12E24A3C-24E1-4155-A0C1-F59082859D6B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グループ化 90">
            <a:extLst>
              <a:ext uri="{FF2B5EF4-FFF2-40B4-BE49-F238E27FC236}">
                <a16:creationId xmlns:a16="http://schemas.microsoft.com/office/drawing/2014/main" id="{F6FA8B8C-4EDA-417C-A5B6-A80A489E5E30}"/>
              </a:ext>
            </a:extLst>
          </p:cNvPr>
          <p:cNvGrpSpPr/>
          <p:nvPr/>
        </p:nvGrpSpPr>
        <p:grpSpPr>
          <a:xfrm>
            <a:off x="4740402" y="5508749"/>
            <a:ext cx="3371502" cy="497740"/>
            <a:chOff x="5039483" y="5140147"/>
            <a:chExt cx="3371502" cy="497740"/>
          </a:xfrm>
        </p:grpSpPr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B90385DB-D76F-441E-9788-E4E670847028}"/>
                </a:ext>
              </a:extLst>
            </p:cNvPr>
            <p:cNvSpPr txBox="1"/>
            <p:nvPr/>
          </p:nvSpPr>
          <p:spPr>
            <a:xfrm>
              <a:off x="5789918" y="5140147"/>
              <a:ext cx="17091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>
                  <a:highlight>
                    <a:srgbClr val="00FFFF"/>
                  </a:highlight>
                </a:rPr>
                <a:t>動作完了</a:t>
              </a:r>
              <a:r>
                <a:rPr lang="en-US" altLang="ja-JP" sz="2000" dirty="0">
                  <a:highlight>
                    <a:srgbClr val="00FFFF"/>
                  </a:highlight>
                </a:rPr>
                <a:t>OFF</a:t>
              </a:r>
              <a:endParaRPr lang="ja-JP" altLang="en-US" sz="2000" dirty="0">
                <a:highlight>
                  <a:srgbClr val="00FFFF"/>
                </a:highlight>
              </a:endParaRPr>
            </a:p>
          </p:txBody>
        </p:sp>
        <p:cxnSp>
          <p:nvCxnSpPr>
            <p:cNvPr id="93" name="直線矢印コネクタ 92">
              <a:extLst>
                <a:ext uri="{FF2B5EF4-FFF2-40B4-BE49-F238E27FC236}">
                  <a16:creationId xmlns:a16="http://schemas.microsoft.com/office/drawing/2014/main" id="{94E22A7C-AB79-40EF-9130-174A62CFDB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39483" y="5637886"/>
              <a:ext cx="3371502" cy="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7D7AA52D-5535-4AD2-94FA-2F1E71C9AD03}"/>
              </a:ext>
            </a:extLst>
          </p:cNvPr>
          <p:cNvSpPr txBox="1"/>
          <p:nvPr/>
        </p:nvSpPr>
        <p:spPr>
          <a:xfrm>
            <a:off x="1845878" y="3884770"/>
            <a:ext cx="2707040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動作完了待ち状態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C87DC7E7-6DA6-4037-A573-95554F85B80A}"/>
              </a:ext>
            </a:extLst>
          </p:cNvPr>
          <p:cNvSpPr txBox="1"/>
          <p:nvPr/>
        </p:nvSpPr>
        <p:spPr>
          <a:xfrm>
            <a:off x="8294671" y="5288446"/>
            <a:ext cx="1614385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待機状態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01FA76C6-3F85-49D2-8946-490CEB701F2A}"/>
              </a:ext>
            </a:extLst>
          </p:cNvPr>
          <p:cNvSpPr txBox="1"/>
          <p:nvPr/>
        </p:nvSpPr>
        <p:spPr>
          <a:xfrm>
            <a:off x="2685348" y="6009847"/>
            <a:ext cx="1866270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命令送信状態</a:t>
            </a:r>
          </a:p>
        </p:txBody>
      </p:sp>
      <p:grpSp>
        <p:nvGrpSpPr>
          <p:cNvPr id="97" name="グループ化 96">
            <a:extLst>
              <a:ext uri="{FF2B5EF4-FFF2-40B4-BE49-F238E27FC236}">
                <a16:creationId xmlns:a16="http://schemas.microsoft.com/office/drawing/2014/main" id="{0011CC08-E840-49F0-BBEB-D7D52D6F16D0}"/>
              </a:ext>
            </a:extLst>
          </p:cNvPr>
          <p:cNvGrpSpPr/>
          <p:nvPr/>
        </p:nvGrpSpPr>
        <p:grpSpPr>
          <a:xfrm>
            <a:off x="4809673" y="6120112"/>
            <a:ext cx="3302363" cy="540280"/>
            <a:chOff x="4327069" y="1582813"/>
            <a:chExt cx="3302363" cy="540280"/>
          </a:xfrm>
        </p:grpSpPr>
        <p:sp>
          <p:nvSpPr>
            <p:cNvPr id="98" name="テキスト ボックス 97">
              <a:extLst>
                <a:ext uri="{FF2B5EF4-FFF2-40B4-BE49-F238E27FC236}">
                  <a16:creationId xmlns:a16="http://schemas.microsoft.com/office/drawing/2014/main" id="{855A69C2-58B3-4995-893B-3971B30CD0E5}"/>
                </a:ext>
              </a:extLst>
            </p:cNvPr>
            <p:cNvSpPr txBox="1"/>
            <p:nvPr/>
          </p:nvSpPr>
          <p:spPr>
            <a:xfrm>
              <a:off x="5075118" y="1582813"/>
              <a:ext cx="15905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000" dirty="0">
                  <a:highlight>
                    <a:srgbClr val="FFFF00"/>
                  </a:highlight>
                </a:rPr>
                <a:t>シリアル</a:t>
              </a:r>
              <a:r>
                <a:rPr lang="en-US" altLang="ja-JP" sz="2000" dirty="0">
                  <a:highlight>
                    <a:srgbClr val="FFFF00"/>
                  </a:highlight>
                </a:rPr>
                <a:t>ON</a:t>
              </a:r>
              <a:endParaRPr lang="ja-JP" altLang="en-US" sz="2000" dirty="0">
                <a:highlight>
                  <a:srgbClr val="FFFF00"/>
                </a:highlight>
              </a:endParaRPr>
            </a:p>
          </p:txBody>
        </p:sp>
        <p:cxnSp>
          <p:nvCxnSpPr>
            <p:cNvPr id="99" name="直線矢印コネクタ 98">
              <a:extLst>
                <a:ext uri="{FF2B5EF4-FFF2-40B4-BE49-F238E27FC236}">
                  <a16:creationId xmlns:a16="http://schemas.microsoft.com/office/drawing/2014/main" id="{FEFC1C0F-6591-4A8A-81B6-FD0B653D0511}"/>
                </a:ext>
              </a:extLst>
            </p:cNvPr>
            <p:cNvCxnSpPr/>
            <p:nvPr/>
          </p:nvCxnSpPr>
          <p:spPr>
            <a:xfrm>
              <a:off x="4327069" y="2123093"/>
              <a:ext cx="3302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6F708A7D-90A7-4CA0-8B57-9CEA09155C10}"/>
              </a:ext>
            </a:extLst>
          </p:cNvPr>
          <p:cNvSpPr txBox="1"/>
          <p:nvPr/>
        </p:nvSpPr>
        <p:spPr>
          <a:xfrm>
            <a:off x="2458757" y="1161130"/>
            <a:ext cx="1873253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命令送信状態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72B9B9CD-0F03-41DD-A534-63C36AEA02CE}"/>
              </a:ext>
            </a:extLst>
          </p:cNvPr>
          <p:cNvSpPr txBox="1"/>
          <p:nvPr/>
        </p:nvSpPr>
        <p:spPr>
          <a:xfrm>
            <a:off x="8325909" y="6384520"/>
            <a:ext cx="2277632" cy="40011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r>
              <a:rPr lang="ja-JP" altLang="en-US" sz="2000" dirty="0"/>
              <a:t>シリアル受信状態</a:t>
            </a:r>
          </a:p>
        </p:txBody>
      </p:sp>
    </p:spTree>
    <p:extLst>
      <p:ext uri="{BB962C8B-B14F-4D97-AF65-F5344CB8AC3E}">
        <p14:creationId xmlns:p14="http://schemas.microsoft.com/office/powerpoint/2010/main" val="185741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9" grpId="0" animBg="1"/>
      <p:bldP spid="82" grpId="0" animBg="1"/>
      <p:bldP spid="83" grpId="0" animBg="1"/>
      <p:bldP spid="94" grpId="0" animBg="1"/>
      <p:bldP spid="95" grpId="0" animBg="1"/>
      <p:bldP spid="96" grpId="0" animBg="1"/>
      <p:bldP spid="100" grpId="0" animBg="1"/>
      <p:bldP spid="101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989</Words>
  <Application>Microsoft Office PowerPoint</Application>
  <PresentationFormat>ワイド画面</PresentationFormat>
  <Paragraphs>285</Paragraphs>
  <Slides>10</Slides>
  <Notes>3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シリアル通信データ形式</vt:lpstr>
      <vt:lpstr>シリアル通信を用いた通信過程</vt:lpstr>
      <vt:lpstr>PowerPoint プレゼンテーション</vt:lpstr>
      <vt:lpstr>PowerPoint プレゼンテーション</vt:lpstr>
      <vt:lpstr>PowerPoint プレゼンテーション</vt:lpstr>
      <vt:lpstr>ブロックの処理</vt:lpstr>
      <vt:lpstr>PowerPoint プレゼンテーション</vt:lpstr>
      <vt:lpstr>PowerPoint プレゼンテーション</vt:lpstr>
      <vt:lpstr>シリアル通信を用いた通信過程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若葉 陽一_木更津</dc:creator>
  <cp:lastModifiedBy>若葉 陽一_木更津</cp:lastModifiedBy>
  <cp:revision>15</cp:revision>
  <cp:lastPrinted>2025-07-16T07:52:50Z</cp:lastPrinted>
  <dcterms:created xsi:type="dcterms:W3CDTF">2025-07-16T07:43:03Z</dcterms:created>
  <dcterms:modified xsi:type="dcterms:W3CDTF">2026-01-17T05:55:26Z</dcterms:modified>
</cp:coreProperties>
</file>